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3" r:id="rId5"/>
  </p:sldMasterIdLst>
  <p:notesMasterIdLst>
    <p:notesMasterId r:id="rId6"/>
  </p:notesMasterIdLst>
  <p:sldIdLst>
    <p:sldId id="256" r:id="rId9"/>
    <p:sldId id="257" r:id="rId10"/>
    <p:sldId id="258" r:id="rId11"/>
    <p:sldId id="259" r:id="rId12"/>
    <p:sldId id="260" r:id="rId13"/>
    <p:sldId id="261" r:id="rId14"/>
  </p:sldIdLst>
  <p:sldSz cy="6858000" cx="12192000"/>
  <p:notesSz cx="6858000" cy="9144000"/>
  <p:embeddedFontLst>
    <p:embeddedFont>
      <p:font typeface="Play"/>
      <p:regular r:id="rId36"/>
      <p:bold r:id="rId3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  <p15:guide id="3" pos="2547">
          <p15:clr>
            <a:srgbClr val="A4A3A4"/>
          </p15:clr>
        </p15:guide>
        <p15:guide id="4" orient="horz" pos="777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5AC9AF0A-6FEA-4B71-B213-FBF42B605303}">
  <a:tblStyle styleId="{5AC9AF0A-6FEA-4B71-B213-FBF42B605303}" styleName="Table_0">
    <a:wholeTbl>
      <a:tcTxStyle b="off" i="off">
        <a:font>
          <a:latin typeface="SF Pro Text Light"/>
          <a:ea typeface="SF Pro Text Light"/>
          <a:cs typeface="SF Pro Text Light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6EBFF"/>
          </a:solidFill>
        </a:fill>
      </a:tcStyle>
    </a:wholeTbl>
    <a:band1H>
      <a:tcTxStyle/>
      <a:tcStyle>
        <a:fill>
          <a:solidFill>
            <a:srgbClr val="CAD5FF"/>
          </a:solidFill>
        </a:fill>
      </a:tcStyle>
    </a:band1H>
    <a:band2H>
      <a:tcTxStyle/>
    </a:band2H>
    <a:band1V>
      <a:tcTxStyle/>
      <a:tcStyle>
        <a:fill>
          <a:solidFill>
            <a:srgbClr val="CAD5FF"/>
          </a:solidFill>
        </a:fill>
      </a:tcStyle>
    </a:band1V>
    <a:band2V>
      <a:tcTxStyle/>
    </a:band2V>
    <a:lastCol>
      <a:tcTxStyle b="on" i="off">
        <a:font>
          <a:latin typeface="SF Pro Text Light"/>
          <a:ea typeface="SF Pro Text Light"/>
          <a:cs typeface="SF Pro Text Light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SF Pro Text Light"/>
          <a:ea typeface="SF Pro Text Light"/>
          <a:cs typeface="SF Pro Text Light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SF Pro Text Light"/>
          <a:ea typeface="SF Pro Text Light"/>
          <a:cs typeface="SF Pro Text Light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SF Pro Text Light"/>
          <a:ea typeface="SF Pro Text Light"/>
          <a:cs typeface="SF Pro Text Light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3840"/>
        <p:guide pos="2547"/>
        <p:guide pos="777" orient="horz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9" Type="http://schemas.openxmlformats.org/officeDocument/2006/relationships/slide" Target="slides/slide1.xml"/><Relationship Id="rId10" Type="http://schemas.openxmlformats.org/officeDocument/2006/relationships/slide" Target="slides/slide2.xml"/><Relationship Id="rId11" Type="http://schemas.openxmlformats.org/officeDocument/2006/relationships/slide" Target="slides/slide3.xml"/><Relationship Id="rId12" Type="http://schemas.openxmlformats.org/officeDocument/2006/relationships/slide" Target="slides/slide4.xml"/><Relationship Id="rId13" Type="http://schemas.openxmlformats.org/officeDocument/2006/relationships/slide" Target="slides/slide5.xml"/><Relationship Id="rId14" Type="http://schemas.openxmlformats.org/officeDocument/2006/relationships/slide" Target="slides/slide6.xml"/><Relationship Id="rId36" Type="http://schemas.openxmlformats.org/officeDocument/2006/relationships/font" Target="fonts/Play-regular.fntdata"/><Relationship Id="rId37" Type="http://schemas.openxmlformats.org/officeDocument/2006/relationships/font" Target="fonts/Play-bold.fnt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ru-RU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4.png"/><Relationship Id="rId4" Type="http://schemas.openxmlformats.org/officeDocument/2006/relationships/image" Target="../media/image7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4.png"/><Relationship Id="rId4" Type="http://schemas.openxmlformats.org/officeDocument/2006/relationships/image" Target="../media/image7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10.png"/><Relationship Id="rId4" Type="http://schemas.openxmlformats.org/officeDocument/2006/relationships/image" Target="../media/image4.png"/><Relationship Id="rId5" Type="http://schemas.openxmlformats.org/officeDocument/2006/relationships/image" Target="../media/image8.png"/><Relationship Id="rId6" Type="http://schemas.openxmlformats.org/officeDocument/2006/relationships/image" Target="../media/image7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6.png"/><Relationship Id="rId4" Type="http://schemas.openxmlformats.org/officeDocument/2006/relationships/image" Target="../media/image5.png"/><Relationship Id="rId5" Type="http://schemas.openxmlformats.org/officeDocument/2006/relationships/image" Target="../media/image4.png"/><Relationship Id="rId6" Type="http://schemas.openxmlformats.org/officeDocument/2006/relationships/image" Target="../media/image7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Relationship Id="rId3" Type="http://schemas.openxmlformats.org/officeDocument/2006/relationships/image" Target="../media/image11.png"/><Relationship Id="rId4" Type="http://schemas.openxmlformats.org/officeDocument/2006/relationships/image" Target="../media/image4.png"/><Relationship Id="rId5" Type="http://schemas.openxmlformats.org/officeDocument/2006/relationships/image" Target="../media/image7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Relationship Id="rId3" Type="http://schemas.openxmlformats.org/officeDocument/2006/relationships/image" Target="../media/image4.png"/><Relationship Id="rId4" Type="http://schemas.openxmlformats.org/officeDocument/2006/relationships/image" Target="../media/image12.png"/><Relationship Id="rId5" Type="http://schemas.openxmlformats.org/officeDocument/2006/relationships/image" Target="../media/image7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png"/><Relationship Id="rId3" Type="http://schemas.openxmlformats.org/officeDocument/2006/relationships/image" Target="../media/image4.png"/><Relationship Id="rId4" Type="http://schemas.openxmlformats.org/officeDocument/2006/relationships/image" Target="../media/image7.pn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Relationship Id="rId3" Type="http://schemas.openxmlformats.org/officeDocument/2006/relationships/image" Target="../media/image23.png"/><Relationship Id="rId4" Type="http://schemas.openxmlformats.org/officeDocument/2006/relationships/image" Target="../media/image7.png"/><Relationship Id="rId5" Type="http://schemas.openxmlformats.org/officeDocument/2006/relationships/image" Target="../media/image4.pn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4.png"/><Relationship Id="rId4" Type="http://schemas.openxmlformats.org/officeDocument/2006/relationships/image" Target="../media/image7.pn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7.png"/><Relationship Id="rId4" Type="http://schemas.openxmlformats.org/officeDocument/2006/relationships/image" Target="../media/image4.pn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4.png"/><Relationship Id="rId4" Type="http://schemas.openxmlformats.org/officeDocument/2006/relationships/image" Target="../media/image7.pn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7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7_Титульный слайд">
  <p:cSld name="7_Титульный слайд">
    <p:bg>
      <p:bgPr>
        <a:solidFill>
          <a:schemeClr val="dk1"/>
        </a:solidFill>
      </p:bgPr>
    </p:bg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5" name="Google Shape;55;p2"/>
          <p:cNvGrpSpPr/>
          <p:nvPr/>
        </p:nvGrpSpPr>
        <p:grpSpPr>
          <a:xfrm>
            <a:off x="224842" y="-74145"/>
            <a:ext cx="12188171" cy="64326"/>
            <a:chOff x="-2" y="-2"/>
            <a:chExt cx="12188169" cy="64324"/>
          </a:xfrm>
        </p:grpSpPr>
        <p:cxnSp>
          <p:nvCxnSpPr>
            <p:cNvPr id="56" name="Google Shape;56;p2"/>
            <p:cNvCxnSpPr/>
            <p:nvPr/>
          </p:nvCxnSpPr>
          <p:spPr>
            <a:xfrm flipH="1">
              <a:off x="-2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57" name="Google Shape;57;p2"/>
            <p:cNvCxnSpPr/>
            <p:nvPr/>
          </p:nvCxnSpPr>
          <p:spPr>
            <a:xfrm>
              <a:off x="677118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58" name="Google Shape;58;p2"/>
            <p:cNvCxnSpPr/>
            <p:nvPr/>
          </p:nvCxnSpPr>
          <p:spPr>
            <a:xfrm>
              <a:off x="1354241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59" name="Google Shape;59;p2"/>
            <p:cNvCxnSpPr/>
            <p:nvPr/>
          </p:nvCxnSpPr>
          <p:spPr>
            <a:xfrm>
              <a:off x="2031360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60" name="Google Shape;60;p2"/>
            <p:cNvCxnSpPr/>
            <p:nvPr/>
          </p:nvCxnSpPr>
          <p:spPr>
            <a:xfrm>
              <a:off x="2708479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61" name="Google Shape;61;p2"/>
            <p:cNvCxnSpPr/>
            <p:nvPr/>
          </p:nvCxnSpPr>
          <p:spPr>
            <a:xfrm>
              <a:off x="3385598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62" name="Google Shape;62;p2"/>
            <p:cNvCxnSpPr/>
            <p:nvPr/>
          </p:nvCxnSpPr>
          <p:spPr>
            <a:xfrm>
              <a:off x="4062717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63" name="Google Shape;63;p2"/>
            <p:cNvCxnSpPr/>
            <p:nvPr/>
          </p:nvCxnSpPr>
          <p:spPr>
            <a:xfrm>
              <a:off x="4739836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64" name="Google Shape;64;p2"/>
            <p:cNvCxnSpPr/>
            <p:nvPr/>
          </p:nvCxnSpPr>
          <p:spPr>
            <a:xfrm>
              <a:off x="541695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65" name="Google Shape;65;p2"/>
            <p:cNvCxnSpPr/>
            <p:nvPr/>
          </p:nvCxnSpPr>
          <p:spPr>
            <a:xfrm>
              <a:off x="6094077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66" name="Google Shape;66;p2"/>
            <p:cNvCxnSpPr/>
            <p:nvPr/>
          </p:nvCxnSpPr>
          <p:spPr>
            <a:xfrm>
              <a:off x="677119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67" name="Google Shape;67;p2"/>
            <p:cNvCxnSpPr/>
            <p:nvPr/>
          </p:nvCxnSpPr>
          <p:spPr>
            <a:xfrm>
              <a:off x="744831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68" name="Google Shape;68;p2"/>
            <p:cNvCxnSpPr/>
            <p:nvPr/>
          </p:nvCxnSpPr>
          <p:spPr>
            <a:xfrm>
              <a:off x="812543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69" name="Google Shape;69;p2"/>
            <p:cNvCxnSpPr/>
            <p:nvPr/>
          </p:nvCxnSpPr>
          <p:spPr>
            <a:xfrm>
              <a:off x="880255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70" name="Google Shape;70;p2"/>
            <p:cNvCxnSpPr/>
            <p:nvPr/>
          </p:nvCxnSpPr>
          <p:spPr>
            <a:xfrm>
              <a:off x="9479673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71" name="Google Shape;71;p2"/>
            <p:cNvCxnSpPr/>
            <p:nvPr/>
          </p:nvCxnSpPr>
          <p:spPr>
            <a:xfrm>
              <a:off x="10156792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72" name="Google Shape;72;p2"/>
            <p:cNvCxnSpPr/>
            <p:nvPr/>
          </p:nvCxnSpPr>
          <p:spPr>
            <a:xfrm>
              <a:off x="1083391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73" name="Google Shape;73;p2"/>
            <p:cNvCxnSpPr/>
            <p:nvPr/>
          </p:nvCxnSpPr>
          <p:spPr>
            <a:xfrm>
              <a:off x="1151103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74" name="Google Shape;74;p2"/>
            <p:cNvCxnSpPr/>
            <p:nvPr/>
          </p:nvCxnSpPr>
          <p:spPr>
            <a:xfrm>
              <a:off x="12188160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</p:grpSp>
      <p:sp>
        <p:nvSpPr>
          <p:cNvPr id="75" name="Google Shape;75;p2"/>
          <p:cNvSpPr txBox="1"/>
          <p:nvPr>
            <p:ph type="title"/>
          </p:nvPr>
        </p:nvSpPr>
        <p:spPr>
          <a:xfrm>
            <a:off x="429253" y="2546255"/>
            <a:ext cx="7827335" cy="187689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"/>
              <a:buNone/>
              <a:defRPr b="0" i="0" sz="360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76" name="Google Shape;76;p2"/>
          <p:cNvGrpSpPr/>
          <p:nvPr/>
        </p:nvGrpSpPr>
        <p:grpSpPr>
          <a:xfrm>
            <a:off x="1" y="6350"/>
            <a:ext cx="12192792" cy="6851649"/>
            <a:chOff x="0" y="6350"/>
            <a:chExt cx="24396891" cy="13709651"/>
          </a:xfrm>
        </p:grpSpPr>
        <p:pic>
          <p:nvPicPr>
            <p:cNvPr id="77" name="Google Shape;77;p2"/>
            <p:cNvPicPr preferRelativeResize="0"/>
            <p:nvPr/>
          </p:nvPicPr>
          <p:blipFill rotWithShape="1">
            <a:blip r:embed="rId2">
              <a:alphaModFix/>
            </a:blip>
            <a:srcRect b="0" l="0" r="50023" t="80662"/>
            <a:stretch/>
          </p:blipFill>
          <p:spPr>
            <a:xfrm>
              <a:off x="1587" y="11064874"/>
              <a:ext cx="12192000" cy="265112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8" name="Google Shape;78;p2"/>
            <p:cNvSpPr/>
            <p:nvPr/>
          </p:nvSpPr>
          <p:spPr>
            <a:xfrm>
              <a:off x="0" y="10657492"/>
              <a:ext cx="8335061" cy="3058509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79" name="Google Shape;79;p2"/>
            <p:cNvPicPr preferRelativeResize="0"/>
            <p:nvPr/>
          </p:nvPicPr>
          <p:blipFill rotWithShape="1">
            <a:blip r:embed="rId2">
              <a:alphaModFix/>
            </a:blip>
            <a:srcRect b="0" l="52729" r="0" t="82751"/>
            <a:stretch/>
          </p:blipFill>
          <p:spPr>
            <a:xfrm>
              <a:off x="12853797" y="11351172"/>
              <a:ext cx="11531791" cy="236482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0" name="Google Shape;80;p2"/>
            <p:cNvPicPr preferRelativeResize="0"/>
            <p:nvPr/>
          </p:nvPicPr>
          <p:blipFill rotWithShape="1">
            <a:blip r:embed="rId2">
              <a:alphaModFix/>
            </a:blip>
            <a:srcRect b="76357" l="52729" r="0" t="0"/>
            <a:stretch/>
          </p:blipFill>
          <p:spPr>
            <a:xfrm>
              <a:off x="12865099" y="6350"/>
              <a:ext cx="11531792" cy="324134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1" name="Google Shape;81;p2"/>
            <p:cNvPicPr preferRelativeResize="0"/>
            <p:nvPr/>
          </p:nvPicPr>
          <p:blipFill rotWithShape="1">
            <a:blip r:embed="rId2">
              <a:alphaModFix/>
            </a:blip>
            <a:srcRect b="69917" l="0" r="47271" t="0"/>
            <a:stretch/>
          </p:blipFill>
          <p:spPr>
            <a:xfrm>
              <a:off x="1587" y="6350"/>
              <a:ext cx="12863512" cy="4124216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82" name="Google Shape;82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98723" y="6035040"/>
            <a:ext cx="2653844" cy="41814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83" name="Google Shape;83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858522" y="6160788"/>
            <a:ext cx="934755" cy="292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_Титульный слайд">
  <p:cSld name="9_Титульный слайд">
    <p:bg>
      <p:bgPr>
        <a:solidFill>
          <a:schemeClr val="dk1"/>
        </a:solidFill>
      </p:bgPr>
    </p:bg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" name="Google Shape;85;p3"/>
          <p:cNvPicPr preferRelativeResize="0"/>
          <p:nvPr/>
        </p:nvPicPr>
        <p:blipFill rotWithShape="1">
          <a:blip r:embed="rId2">
            <a:alphaModFix/>
          </a:blip>
          <a:srcRect b="-1" l="0" r="50023" t="66636"/>
          <a:stretch/>
        </p:blipFill>
        <p:spPr>
          <a:xfrm>
            <a:off x="794" y="4572000"/>
            <a:ext cx="6093175" cy="2285998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3"/>
          <p:cNvSpPr/>
          <p:nvPr/>
        </p:nvSpPr>
        <p:spPr>
          <a:xfrm>
            <a:off x="1" y="5747081"/>
            <a:ext cx="4487332" cy="111091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" name="Google Shape;87;p3"/>
          <p:cNvSpPr/>
          <p:nvPr/>
        </p:nvSpPr>
        <p:spPr>
          <a:xfrm>
            <a:off x="745067" y="6160788"/>
            <a:ext cx="4487332" cy="69721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88" name="Google Shape;88;p3"/>
          <p:cNvGrpSpPr/>
          <p:nvPr/>
        </p:nvGrpSpPr>
        <p:grpSpPr>
          <a:xfrm>
            <a:off x="224842" y="-74145"/>
            <a:ext cx="12188171" cy="64326"/>
            <a:chOff x="-2" y="-2"/>
            <a:chExt cx="12188169" cy="64324"/>
          </a:xfrm>
        </p:grpSpPr>
        <p:cxnSp>
          <p:nvCxnSpPr>
            <p:cNvPr id="89" name="Google Shape;89;p3"/>
            <p:cNvCxnSpPr/>
            <p:nvPr/>
          </p:nvCxnSpPr>
          <p:spPr>
            <a:xfrm flipH="1">
              <a:off x="-2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90" name="Google Shape;90;p3"/>
            <p:cNvCxnSpPr/>
            <p:nvPr/>
          </p:nvCxnSpPr>
          <p:spPr>
            <a:xfrm>
              <a:off x="677118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91" name="Google Shape;91;p3"/>
            <p:cNvCxnSpPr/>
            <p:nvPr/>
          </p:nvCxnSpPr>
          <p:spPr>
            <a:xfrm>
              <a:off x="1354241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92" name="Google Shape;92;p3"/>
            <p:cNvCxnSpPr/>
            <p:nvPr/>
          </p:nvCxnSpPr>
          <p:spPr>
            <a:xfrm>
              <a:off x="2031360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93" name="Google Shape;93;p3"/>
            <p:cNvCxnSpPr/>
            <p:nvPr/>
          </p:nvCxnSpPr>
          <p:spPr>
            <a:xfrm>
              <a:off x="2708479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94" name="Google Shape;94;p3"/>
            <p:cNvCxnSpPr/>
            <p:nvPr/>
          </p:nvCxnSpPr>
          <p:spPr>
            <a:xfrm>
              <a:off x="3385598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95" name="Google Shape;95;p3"/>
            <p:cNvCxnSpPr/>
            <p:nvPr/>
          </p:nvCxnSpPr>
          <p:spPr>
            <a:xfrm>
              <a:off x="4062717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96" name="Google Shape;96;p3"/>
            <p:cNvCxnSpPr/>
            <p:nvPr/>
          </p:nvCxnSpPr>
          <p:spPr>
            <a:xfrm>
              <a:off x="4739836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97" name="Google Shape;97;p3"/>
            <p:cNvCxnSpPr/>
            <p:nvPr/>
          </p:nvCxnSpPr>
          <p:spPr>
            <a:xfrm>
              <a:off x="541695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98" name="Google Shape;98;p3"/>
            <p:cNvCxnSpPr/>
            <p:nvPr/>
          </p:nvCxnSpPr>
          <p:spPr>
            <a:xfrm>
              <a:off x="6094077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99" name="Google Shape;99;p3"/>
            <p:cNvCxnSpPr/>
            <p:nvPr/>
          </p:nvCxnSpPr>
          <p:spPr>
            <a:xfrm>
              <a:off x="677119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00" name="Google Shape;100;p3"/>
            <p:cNvCxnSpPr/>
            <p:nvPr/>
          </p:nvCxnSpPr>
          <p:spPr>
            <a:xfrm>
              <a:off x="744831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01" name="Google Shape;101;p3"/>
            <p:cNvCxnSpPr/>
            <p:nvPr/>
          </p:nvCxnSpPr>
          <p:spPr>
            <a:xfrm>
              <a:off x="812543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02" name="Google Shape;102;p3"/>
            <p:cNvCxnSpPr/>
            <p:nvPr/>
          </p:nvCxnSpPr>
          <p:spPr>
            <a:xfrm>
              <a:off x="880255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03" name="Google Shape;103;p3"/>
            <p:cNvCxnSpPr/>
            <p:nvPr/>
          </p:nvCxnSpPr>
          <p:spPr>
            <a:xfrm>
              <a:off x="9479673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04" name="Google Shape;104;p3"/>
            <p:cNvCxnSpPr/>
            <p:nvPr/>
          </p:nvCxnSpPr>
          <p:spPr>
            <a:xfrm>
              <a:off x="10156792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05" name="Google Shape;105;p3"/>
            <p:cNvCxnSpPr/>
            <p:nvPr/>
          </p:nvCxnSpPr>
          <p:spPr>
            <a:xfrm>
              <a:off x="1083391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06" name="Google Shape;106;p3"/>
            <p:cNvCxnSpPr/>
            <p:nvPr/>
          </p:nvCxnSpPr>
          <p:spPr>
            <a:xfrm>
              <a:off x="1151103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07" name="Google Shape;107;p3"/>
            <p:cNvCxnSpPr/>
            <p:nvPr/>
          </p:nvCxnSpPr>
          <p:spPr>
            <a:xfrm>
              <a:off x="12188160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</p:grpSp>
      <p:sp>
        <p:nvSpPr>
          <p:cNvPr id="108" name="Google Shape;108;p3"/>
          <p:cNvSpPr txBox="1"/>
          <p:nvPr>
            <p:ph type="title"/>
          </p:nvPr>
        </p:nvSpPr>
        <p:spPr>
          <a:xfrm>
            <a:off x="429254" y="1609196"/>
            <a:ext cx="4803146" cy="187689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"/>
              <a:buNone/>
              <a:defRPr b="0" i="0" sz="360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09" name="Google Shape;109;p3"/>
          <p:cNvPicPr preferRelativeResize="0"/>
          <p:nvPr/>
        </p:nvPicPr>
        <p:blipFill rotWithShape="1">
          <a:blip r:embed="rId2">
            <a:alphaModFix/>
          </a:blip>
          <a:srcRect b="77450" l="52729" r="0" t="17827"/>
          <a:stretch/>
        </p:blipFill>
        <p:spPr>
          <a:xfrm flipH="1">
            <a:off x="0" y="0"/>
            <a:ext cx="5763224" cy="323553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" name="Google Shape;110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98723" y="6160516"/>
            <a:ext cx="1857481" cy="292671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3"/>
          <p:cNvSpPr/>
          <p:nvPr/>
        </p:nvSpPr>
        <p:spPr>
          <a:xfrm>
            <a:off x="4487333" y="4377664"/>
            <a:ext cx="1608667" cy="2480334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 " id="112" name="Google Shape;112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093496" y="6238282"/>
            <a:ext cx="690517" cy="216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9_Заголовок">
  <p:cSld name="19_Заголовок">
    <p:bg>
      <p:bgPr>
        <a:solidFill>
          <a:schemeClr val="dk1"/>
        </a:solidFill>
      </p:bgPr>
    </p:bg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 " id="114" name="Google Shape;114;p4"/>
          <p:cNvPicPr preferRelativeResize="0"/>
          <p:nvPr/>
        </p:nvPicPr>
        <p:blipFill rotWithShape="1">
          <a:blip r:embed="rId2">
            <a:alphaModFix/>
          </a:blip>
          <a:srcRect b="0" l="0" r="61122" t="0"/>
          <a:stretch/>
        </p:blipFill>
        <p:spPr>
          <a:xfrm>
            <a:off x="0" y="0"/>
            <a:ext cx="4739951" cy="6857143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4"/>
          <p:cNvSpPr txBox="1"/>
          <p:nvPr>
            <p:ph type="title"/>
          </p:nvPr>
        </p:nvSpPr>
        <p:spPr>
          <a:xfrm>
            <a:off x="429253" y="424691"/>
            <a:ext cx="7827311" cy="11675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"/>
              <a:buNone/>
              <a:defRPr b="0" i="0" sz="360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16" name="Google Shape;116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98723" y="6160516"/>
            <a:ext cx="1857481" cy="29267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8_Титульный слайд">
  <p:cSld name="18_Титульный слайд">
    <p:bg>
      <p:bgPr>
        <a:solidFill>
          <a:schemeClr val="dk1"/>
        </a:solidFill>
      </p:bgPr>
    </p:bg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8" name="Google Shape;118;p5"/>
          <p:cNvPicPr preferRelativeResize="0"/>
          <p:nvPr/>
        </p:nvPicPr>
        <p:blipFill rotWithShape="1">
          <a:blip r:embed="rId2">
            <a:alphaModFix/>
          </a:blip>
          <a:srcRect b="2847" l="52053" r="0" t="90954"/>
          <a:stretch/>
        </p:blipFill>
        <p:spPr>
          <a:xfrm flipH="1">
            <a:off x="-2" y="6433309"/>
            <a:ext cx="5845629" cy="424691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5"/>
          <p:cNvPicPr preferRelativeResize="0"/>
          <p:nvPr/>
        </p:nvPicPr>
        <p:blipFill rotWithShape="1">
          <a:blip r:embed="rId3">
            <a:alphaModFix/>
          </a:blip>
          <a:srcRect b="0" l="0" r="26515" t="13089"/>
          <a:stretch/>
        </p:blipFill>
        <p:spPr>
          <a:xfrm rot="10800000">
            <a:off x="-1" y="1831974"/>
            <a:ext cx="4249647" cy="502602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20" name="Google Shape;120;p5"/>
          <p:cNvGrpSpPr/>
          <p:nvPr/>
        </p:nvGrpSpPr>
        <p:grpSpPr>
          <a:xfrm>
            <a:off x="224842" y="-74145"/>
            <a:ext cx="12188171" cy="64326"/>
            <a:chOff x="-2" y="-2"/>
            <a:chExt cx="12188169" cy="64324"/>
          </a:xfrm>
        </p:grpSpPr>
        <p:cxnSp>
          <p:nvCxnSpPr>
            <p:cNvPr id="121" name="Google Shape;121;p5"/>
            <p:cNvCxnSpPr/>
            <p:nvPr/>
          </p:nvCxnSpPr>
          <p:spPr>
            <a:xfrm flipH="1">
              <a:off x="-2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22" name="Google Shape;122;p5"/>
            <p:cNvCxnSpPr/>
            <p:nvPr/>
          </p:nvCxnSpPr>
          <p:spPr>
            <a:xfrm>
              <a:off x="677118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23" name="Google Shape;123;p5"/>
            <p:cNvCxnSpPr/>
            <p:nvPr/>
          </p:nvCxnSpPr>
          <p:spPr>
            <a:xfrm>
              <a:off x="1354241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24" name="Google Shape;124;p5"/>
            <p:cNvCxnSpPr/>
            <p:nvPr/>
          </p:nvCxnSpPr>
          <p:spPr>
            <a:xfrm>
              <a:off x="2031360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25" name="Google Shape;125;p5"/>
            <p:cNvCxnSpPr/>
            <p:nvPr/>
          </p:nvCxnSpPr>
          <p:spPr>
            <a:xfrm>
              <a:off x="2708479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26" name="Google Shape;126;p5"/>
            <p:cNvCxnSpPr/>
            <p:nvPr/>
          </p:nvCxnSpPr>
          <p:spPr>
            <a:xfrm>
              <a:off x="3385598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27" name="Google Shape;127;p5"/>
            <p:cNvCxnSpPr/>
            <p:nvPr/>
          </p:nvCxnSpPr>
          <p:spPr>
            <a:xfrm>
              <a:off x="4062717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28" name="Google Shape;128;p5"/>
            <p:cNvCxnSpPr/>
            <p:nvPr/>
          </p:nvCxnSpPr>
          <p:spPr>
            <a:xfrm>
              <a:off x="4739836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29" name="Google Shape;129;p5"/>
            <p:cNvCxnSpPr/>
            <p:nvPr/>
          </p:nvCxnSpPr>
          <p:spPr>
            <a:xfrm>
              <a:off x="541695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30" name="Google Shape;130;p5"/>
            <p:cNvCxnSpPr/>
            <p:nvPr/>
          </p:nvCxnSpPr>
          <p:spPr>
            <a:xfrm>
              <a:off x="6094077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31" name="Google Shape;131;p5"/>
            <p:cNvCxnSpPr/>
            <p:nvPr/>
          </p:nvCxnSpPr>
          <p:spPr>
            <a:xfrm>
              <a:off x="677119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32" name="Google Shape;132;p5"/>
            <p:cNvCxnSpPr/>
            <p:nvPr/>
          </p:nvCxnSpPr>
          <p:spPr>
            <a:xfrm>
              <a:off x="744831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33" name="Google Shape;133;p5"/>
            <p:cNvCxnSpPr/>
            <p:nvPr/>
          </p:nvCxnSpPr>
          <p:spPr>
            <a:xfrm>
              <a:off x="812543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34" name="Google Shape;134;p5"/>
            <p:cNvCxnSpPr/>
            <p:nvPr/>
          </p:nvCxnSpPr>
          <p:spPr>
            <a:xfrm>
              <a:off x="880255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35" name="Google Shape;135;p5"/>
            <p:cNvCxnSpPr/>
            <p:nvPr/>
          </p:nvCxnSpPr>
          <p:spPr>
            <a:xfrm>
              <a:off x="9479673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36" name="Google Shape;136;p5"/>
            <p:cNvCxnSpPr/>
            <p:nvPr/>
          </p:nvCxnSpPr>
          <p:spPr>
            <a:xfrm>
              <a:off x="10156792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37" name="Google Shape;137;p5"/>
            <p:cNvCxnSpPr/>
            <p:nvPr/>
          </p:nvCxnSpPr>
          <p:spPr>
            <a:xfrm>
              <a:off x="1083391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38" name="Google Shape;138;p5"/>
            <p:cNvCxnSpPr/>
            <p:nvPr/>
          </p:nvCxnSpPr>
          <p:spPr>
            <a:xfrm>
              <a:off x="1151103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39" name="Google Shape;139;p5"/>
            <p:cNvCxnSpPr/>
            <p:nvPr/>
          </p:nvCxnSpPr>
          <p:spPr>
            <a:xfrm>
              <a:off x="12188160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</p:grpSp>
      <p:sp>
        <p:nvSpPr>
          <p:cNvPr id="140" name="Google Shape;140;p5"/>
          <p:cNvSpPr txBox="1"/>
          <p:nvPr>
            <p:ph type="title"/>
          </p:nvPr>
        </p:nvSpPr>
        <p:spPr>
          <a:xfrm>
            <a:off x="429253" y="424691"/>
            <a:ext cx="7827311" cy="11675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"/>
              <a:buNone/>
              <a:defRPr b="0" i="0" sz="360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41" name="Google Shape;141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98723" y="6160516"/>
            <a:ext cx="1857481" cy="29267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142" name="Google Shape;142;p5"/>
          <p:cNvPicPr preferRelativeResize="0"/>
          <p:nvPr/>
        </p:nvPicPr>
        <p:blipFill rotWithShape="1">
          <a:blip r:embed="rId5">
            <a:alphaModFix/>
          </a:blip>
          <a:srcRect b="86725" l="0" r="72339" t="0"/>
          <a:stretch/>
        </p:blipFill>
        <p:spPr>
          <a:xfrm flipH="1">
            <a:off x="8819540" y="0"/>
            <a:ext cx="3372437" cy="910269"/>
          </a:xfrm>
          <a:prstGeom prst="rect">
            <a:avLst/>
          </a:prstGeom>
          <a:noFill/>
          <a:ln>
            <a:noFill/>
          </a:ln>
        </p:spPr>
      </p:pic>
      <p:sp>
        <p:nvSpPr>
          <p:cNvPr id="143" name="Google Shape;143;p5"/>
          <p:cNvSpPr/>
          <p:nvPr/>
        </p:nvSpPr>
        <p:spPr>
          <a:xfrm>
            <a:off x="8613058" y="322621"/>
            <a:ext cx="1407652" cy="58764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" name="Google Shape;144;p5"/>
          <p:cNvSpPr/>
          <p:nvPr/>
        </p:nvSpPr>
        <p:spPr>
          <a:xfrm>
            <a:off x="10858521" y="0"/>
            <a:ext cx="1049981" cy="26134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" name="Google Shape;145;p5"/>
          <p:cNvSpPr/>
          <p:nvPr/>
        </p:nvSpPr>
        <p:spPr>
          <a:xfrm>
            <a:off x="10760947" y="616445"/>
            <a:ext cx="582556" cy="33865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 " id="146" name="Google Shape;146;p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1093496" y="6238282"/>
            <a:ext cx="690517" cy="216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5_Титульный слайд">
  <p:cSld name="15_Титульный слайд">
    <p:bg>
      <p:bgPr>
        <a:solidFill>
          <a:schemeClr val="dk1"/>
        </a:solidFill>
      </p:bgPr>
    </p:bg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 " id="148" name="Google Shape;148;p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6393786"/>
            <a:ext cx="4655279" cy="46421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149" name="Google Shape;149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431600" y="0"/>
            <a:ext cx="1760400" cy="243127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150" name="Google Shape;150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331498" y="6290333"/>
            <a:ext cx="2860502" cy="56766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51" name="Google Shape;151;p6"/>
          <p:cNvGrpSpPr/>
          <p:nvPr/>
        </p:nvGrpSpPr>
        <p:grpSpPr>
          <a:xfrm>
            <a:off x="224842" y="-74145"/>
            <a:ext cx="12188171" cy="64326"/>
            <a:chOff x="-2" y="-2"/>
            <a:chExt cx="12188169" cy="64324"/>
          </a:xfrm>
        </p:grpSpPr>
        <p:cxnSp>
          <p:nvCxnSpPr>
            <p:cNvPr id="152" name="Google Shape;152;p6"/>
            <p:cNvCxnSpPr/>
            <p:nvPr/>
          </p:nvCxnSpPr>
          <p:spPr>
            <a:xfrm flipH="1">
              <a:off x="-2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53" name="Google Shape;153;p6"/>
            <p:cNvCxnSpPr/>
            <p:nvPr/>
          </p:nvCxnSpPr>
          <p:spPr>
            <a:xfrm>
              <a:off x="677118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54" name="Google Shape;154;p6"/>
            <p:cNvCxnSpPr/>
            <p:nvPr/>
          </p:nvCxnSpPr>
          <p:spPr>
            <a:xfrm>
              <a:off x="1354241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55" name="Google Shape;155;p6"/>
            <p:cNvCxnSpPr/>
            <p:nvPr/>
          </p:nvCxnSpPr>
          <p:spPr>
            <a:xfrm>
              <a:off x="2031360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56" name="Google Shape;156;p6"/>
            <p:cNvCxnSpPr/>
            <p:nvPr/>
          </p:nvCxnSpPr>
          <p:spPr>
            <a:xfrm>
              <a:off x="2708479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57" name="Google Shape;157;p6"/>
            <p:cNvCxnSpPr/>
            <p:nvPr/>
          </p:nvCxnSpPr>
          <p:spPr>
            <a:xfrm>
              <a:off x="3385598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58" name="Google Shape;158;p6"/>
            <p:cNvCxnSpPr/>
            <p:nvPr/>
          </p:nvCxnSpPr>
          <p:spPr>
            <a:xfrm>
              <a:off x="4062717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59" name="Google Shape;159;p6"/>
            <p:cNvCxnSpPr/>
            <p:nvPr/>
          </p:nvCxnSpPr>
          <p:spPr>
            <a:xfrm>
              <a:off x="4739836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60" name="Google Shape;160;p6"/>
            <p:cNvCxnSpPr/>
            <p:nvPr/>
          </p:nvCxnSpPr>
          <p:spPr>
            <a:xfrm>
              <a:off x="541695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61" name="Google Shape;161;p6"/>
            <p:cNvCxnSpPr/>
            <p:nvPr/>
          </p:nvCxnSpPr>
          <p:spPr>
            <a:xfrm>
              <a:off x="6094077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62" name="Google Shape;162;p6"/>
            <p:cNvCxnSpPr/>
            <p:nvPr/>
          </p:nvCxnSpPr>
          <p:spPr>
            <a:xfrm>
              <a:off x="677119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63" name="Google Shape;163;p6"/>
            <p:cNvCxnSpPr/>
            <p:nvPr/>
          </p:nvCxnSpPr>
          <p:spPr>
            <a:xfrm>
              <a:off x="744831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64" name="Google Shape;164;p6"/>
            <p:cNvCxnSpPr/>
            <p:nvPr/>
          </p:nvCxnSpPr>
          <p:spPr>
            <a:xfrm>
              <a:off x="812543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65" name="Google Shape;165;p6"/>
            <p:cNvCxnSpPr/>
            <p:nvPr/>
          </p:nvCxnSpPr>
          <p:spPr>
            <a:xfrm>
              <a:off x="880255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66" name="Google Shape;166;p6"/>
            <p:cNvCxnSpPr/>
            <p:nvPr/>
          </p:nvCxnSpPr>
          <p:spPr>
            <a:xfrm>
              <a:off x="9479673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67" name="Google Shape;167;p6"/>
            <p:cNvCxnSpPr/>
            <p:nvPr/>
          </p:nvCxnSpPr>
          <p:spPr>
            <a:xfrm>
              <a:off x="10156792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68" name="Google Shape;168;p6"/>
            <p:cNvCxnSpPr/>
            <p:nvPr/>
          </p:nvCxnSpPr>
          <p:spPr>
            <a:xfrm>
              <a:off x="1083391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69" name="Google Shape;169;p6"/>
            <p:cNvCxnSpPr/>
            <p:nvPr/>
          </p:nvCxnSpPr>
          <p:spPr>
            <a:xfrm>
              <a:off x="1151103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70" name="Google Shape;170;p6"/>
            <p:cNvCxnSpPr/>
            <p:nvPr/>
          </p:nvCxnSpPr>
          <p:spPr>
            <a:xfrm>
              <a:off x="12188160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</p:grpSp>
      <p:sp>
        <p:nvSpPr>
          <p:cNvPr id="171" name="Google Shape;171;p6"/>
          <p:cNvSpPr txBox="1"/>
          <p:nvPr>
            <p:ph type="title"/>
          </p:nvPr>
        </p:nvSpPr>
        <p:spPr>
          <a:xfrm>
            <a:off x="429253" y="424691"/>
            <a:ext cx="7827311" cy="11675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"/>
              <a:buNone/>
              <a:defRPr b="0" i="0" sz="360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72" name="Google Shape;172;p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98723" y="6160516"/>
            <a:ext cx="1857481" cy="29267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173" name="Google Shape;173;p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1093496" y="6238282"/>
            <a:ext cx="690517" cy="216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3_Титульный слайд">
  <p:cSld name="13_Титульный слайд">
    <p:bg>
      <p:bgPr>
        <a:solidFill>
          <a:schemeClr val="dk1"/>
        </a:solidFill>
      </p:bgPr>
    </p:bg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5" name="Google Shape;175;p7"/>
          <p:cNvGrpSpPr/>
          <p:nvPr/>
        </p:nvGrpSpPr>
        <p:grpSpPr>
          <a:xfrm>
            <a:off x="224842" y="-74145"/>
            <a:ext cx="12188171" cy="64326"/>
            <a:chOff x="-2" y="-2"/>
            <a:chExt cx="12188169" cy="64324"/>
          </a:xfrm>
        </p:grpSpPr>
        <p:cxnSp>
          <p:nvCxnSpPr>
            <p:cNvPr id="176" name="Google Shape;176;p7"/>
            <p:cNvCxnSpPr/>
            <p:nvPr/>
          </p:nvCxnSpPr>
          <p:spPr>
            <a:xfrm flipH="1">
              <a:off x="-2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77" name="Google Shape;177;p7"/>
            <p:cNvCxnSpPr/>
            <p:nvPr/>
          </p:nvCxnSpPr>
          <p:spPr>
            <a:xfrm>
              <a:off x="677118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78" name="Google Shape;178;p7"/>
            <p:cNvCxnSpPr/>
            <p:nvPr/>
          </p:nvCxnSpPr>
          <p:spPr>
            <a:xfrm>
              <a:off x="1354241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79" name="Google Shape;179;p7"/>
            <p:cNvCxnSpPr/>
            <p:nvPr/>
          </p:nvCxnSpPr>
          <p:spPr>
            <a:xfrm>
              <a:off x="2031360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80" name="Google Shape;180;p7"/>
            <p:cNvCxnSpPr/>
            <p:nvPr/>
          </p:nvCxnSpPr>
          <p:spPr>
            <a:xfrm>
              <a:off x="2708479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81" name="Google Shape;181;p7"/>
            <p:cNvCxnSpPr/>
            <p:nvPr/>
          </p:nvCxnSpPr>
          <p:spPr>
            <a:xfrm>
              <a:off x="3385598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82" name="Google Shape;182;p7"/>
            <p:cNvCxnSpPr/>
            <p:nvPr/>
          </p:nvCxnSpPr>
          <p:spPr>
            <a:xfrm>
              <a:off x="4062717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83" name="Google Shape;183;p7"/>
            <p:cNvCxnSpPr/>
            <p:nvPr/>
          </p:nvCxnSpPr>
          <p:spPr>
            <a:xfrm>
              <a:off x="4739836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84" name="Google Shape;184;p7"/>
            <p:cNvCxnSpPr/>
            <p:nvPr/>
          </p:nvCxnSpPr>
          <p:spPr>
            <a:xfrm>
              <a:off x="541695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85" name="Google Shape;185;p7"/>
            <p:cNvCxnSpPr/>
            <p:nvPr/>
          </p:nvCxnSpPr>
          <p:spPr>
            <a:xfrm>
              <a:off x="6094077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86" name="Google Shape;186;p7"/>
            <p:cNvCxnSpPr/>
            <p:nvPr/>
          </p:nvCxnSpPr>
          <p:spPr>
            <a:xfrm>
              <a:off x="677119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87" name="Google Shape;187;p7"/>
            <p:cNvCxnSpPr/>
            <p:nvPr/>
          </p:nvCxnSpPr>
          <p:spPr>
            <a:xfrm>
              <a:off x="744831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88" name="Google Shape;188;p7"/>
            <p:cNvCxnSpPr/>
            <p:nvPr/>
          </p:nvCxnSpPr>
          <p:spPr>
            <a:xfrm>
              <a:off x="812543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89" name="Google Shape;189;p7"/>
            <p:cNvCxnSpPr/>
            <p:nvPr/>
          </p:nvCxnSpPr>
          <p:spPr>
            <a:xfrm>
              <a:off x="880255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90" name="Google Shape;190;p7"/>
            <p:cNvCxnSpPr/>
            <p:nvPr/>
          </p:nvCxnSpPr>
          <p:spPr>
            <a:xfrm>
              <a:off x="9479673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91" name="Google Shape;191;p7"/>
            <p:cNvCxnSpPr/>
            <p:nvPr/>
          </p:nvCxnSpPr>
          <p:spPr>
            <a:xfrm>
              <a:off x="10156792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92" name="Google Shape;192;p7"/>
            <p:cNvCxnSpPr/>
            <p:nvPr/>
          </p:nvCxnSpPr>
          <p:spPr>
            <a:xfrm>
              <a:off x="1083391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93" name="Google Shape;193;p7"/>
            <p:cNvCxnSpPr/>
            <p:nvPr/>
          </p:nvCxnSpPr>
          <p:spPr>
            <a:xfrm>
              <a:off x="1151103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94" name="Google Shape;194;p7"/>
            <p:cNvCxnSpPr/>
            <p:nvPr/>
          </p:nvCxnSpPr>
          <p:spPr>
            <a:xfrm>
              <a:off x="12188160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</p:grpSp>
      <p:sp>
        <p:nvSpPr>
          <p:cNvPr id="195" name="Google Shape;195;p7"/>
          <p:cNvSpPr txBox="1"/>
          <p:nvPr>
            <p:ph type="title"/>
          </p:nvPr>
        </p:nvSpPr>
        <p:spPr>
          <a:xfrm>
            <a:off x="429253" y="424691"/>
            <a:ext cx="7827311" cy="11675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"/>
              <a:buNone/>
              <a:defRPr b="0" i="0" sz="360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96" name="Google Shape;196;p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98723" y="6160516"/>
            <a:ext cx="1857481" cy="29267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197" name="Google Shape;197;p7"/>
          <p:cNvPicPr preferRelativeResize="0"/>
          <p:nvPr/>
        </p:nvPicPr>
        <p:blipFill rotWithShape="1">
          <a:blip r:embed="rId3">
            <a:alphaModFix/>
          </a:blip>
          <a:srcRect b="86725" l="0" r="72339" t="0"/>
          <a:stretch/>
        </p:blipFill>
        <p:spPr>
          <a:xfrm flipH="1">
            <a:off x="8819540" y="0"/>
            <a:ext cx="3372437" cy="910269"/>
          </a:xfrm>
          <a:prstGeom prst="rect">
            <a:avLst/>
          </a:prstGeom>
          <a:noFill/>
          <a:ln>
            <a:noFill/>
          </a:ln>
        </p:spPr>
      </p:pic>
      <p:sp>
        <p:nvSpPr>
          <p:cNvPr id="198" name="Google Shape;198;p7"/>
          <p:cNvSpPr/>
          <p:nvPr/>
        </p:nvSpPr>
        <p:spPr>
          <a:xfrm>
            <a:off x="8613058" y="322621"/>
            <a:ext cx="1407652" cy="58764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9" name="Google Shape;199;p7"/>
          <p:cNvSpPr/>
          <p:nvPr/>
        </p:nvSpPr>
        <p:spPr>
          <a:xfrm>
            <a:off x="10858521" y="0"/>
            <a:ext cx="1049981" cy="26134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0" name="Google Shape;200;p7"/>
          <p:cNvSpPr/>
          <p:nvPr/>
        </p:nvSpPr>
        <p:spPr>
          <a:xfrm>
            <a:off x="10760947" y="616445"/>
            <a:ext cx="582556" cy="33865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 " id="201" name="Google Shape;201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093496" y="6238282"/>
            <a:ext cx="690517" cy="216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8_Заголовок">
  <p:cSld name="8_Заголовок">
    <p:bg>
      <p:bgPr>
        <a:solidFill>
          <a:schemeClr val="dk1"/>
        </a:solidFill>
      </p:bgPr>
    </p:bg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3" name="Google Shape;203;p8"/>
          <p:cNvPicPr preferRelativeResize="0"/>
          <p:nvPr/>
        </p:nvPicPr>
        <p:blipFill rotWithShape="1">
          <a:blip r:embed="rId2">
            <a:alphaModFix/>
          </a:blip>
          <a:srcRect b="25668" l="13456" r="0" t="10446"/>
          <a:stretch/>
        </p:blipFill>
        <p:spPr>
          <a:xfrm flipH="1">
            <a:off x="2907772" y="-1"/>
            <a:ext cx="9284228" cy="6858001"/>
          </a:xfrm>
          <a:prstGeom prst="rect">
            <a:avLst/>
          </a:prstGeom>
          <a:noFill/>
          <a:ln>
            <a:noFill/>
          </a:ln>
        </p:spPr>
      </p:pic>
      <p:pic>
        <p:nvPicPr>
          <p:cNvPr id="204" name="Google Shape;204;p8"/>
          <p:cNvPicPr preferRelativeResize="0"/>
          <p:nvPr/>
        </p:nvPicPr>
        <p:blipFill rotWithShape="1">
          <a:blip r:embed="rId3">
            <a:alphaModFix/>
          </a:blip>
          <a:srcRect b="8691" l="36156" r="0" t="22176"/>
          <a:stretch/>
        </p:blipFill>
        <p:spPr>
          <a:xfrm flipH="1">
            <a:off x="5862319" y="-2"/>
            <a:ext cx="6329681" cy="6863317"/>
          </a:xfrm>
          <a:prstGeom prst="rect">
            <a:avLst/>
          </a:prstGeom>
          <a:noFill/>
          <a:ln>
            <a:noFill/>
          </a:ln>
        </p:spPr>
      </p:pic>
      <p:sp>
        <p:nvSpPr>
          <p:cNvPr id="205" name="Google Shape;205;p8"/>
          <p:cNvSpPr txBox="1"/>
          <p:nvPr>
            <p:ph type="title"/>
          </p:nvPr>
        </p:nvSpPr>
        <p:spPr>
          <a:xfrm>
            <a:off x="429253" y="424691"/>
            <a:ext cx="7827311" cy="11675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"/>
              <a:buNone/>
              <a:defRPr b="0" i="0" sz="360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06" name="Google Shape;206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98723" y="6160516"/>
            <a:ext cx="1857481" cy="29267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07" name="Google Shape;207;p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1093496" y="6238282"/>
            <a:ext cx="690517" cy="216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7_Титульный слайд">
  <p:cSld name="17_Титульный слайд">
    <p:bg>
      <p:bgPr>
        <a:solidFill>
          <a:schemeClr val="dk1"/>
        </a:solidFill>
      </p:bgPr>
    </p:bg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9" name="Google Shape;209;p9"/>
          <p:cNvGrpSpPr/>
          <p:nvPr/>
        </p:nvGrpSpPr>
        <p:grpSpPr>
          <a:xfrm>
            <a:off x="224842" y="-74145"/>
            <a:ext cx="12188171" cy="64326"/>
            <a:chOff x="-2" y="-2"/>
            <a:chExt cx="12188169" cy="64324"/>
          </a:xfrm>
        </p:grpSpPr>
        <p:cxnSp>
          <p:nvCxnSpPr>
            <p:cNvPr id="210" name="Google Shape;210;p9"/>
            <p:cNvCxnSpPr/>
            <p:nvPr/>
          </p:nvCxnSpPr>
          <p:spPr>
            <a:xfrm flipH="1">
              <a:off x="-2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1" name="Google Shape;211;p9"/>
            <p:cNvCxnSpPr/>
            <p:nvPr/>
          </p:nvCxnSpPr>
          <p:spPr>
            <a:xfrm>
              <a:off x="677118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2" name="Google Shape;212;p9"/>
            <p:cNvCxnSpPr/>
            <p:nvPr/>
          </p:nvCxnSpPr>
          <p:spPr>
            <a:xfrm>
              <a:off x="1354241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3" name="Google Shape;213;p9"/>
            <p:cNvCxnSpPr/>
            <p:nvPr/>
          </p:nvCxnSpPr>
          <p:spPr>
            <a:xfrm>
              <a:off x="2031360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4" name="Google Shape;214;p9"/>
            <p:cNvCxnSpPr/>
            <p:nvPr/>
          </p:nvCxnSpPr>
          <p:spPr>
            <a:xfrm>
              <a:off x="2708479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5" name="Google Shape;215;p9"/>
            <p:cNvCxnSpPr/>
            <p:nvPr/>
          </p:nvCxnSpPr>
          <p:spPr>
            <a:xfrm>
              <a:off x="3385598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6" name="Google Shape;216;p9"/>
            <p:cNvCxnSpPr/>
            <p:nvPr/>
          </p:nvCxnSpPr>
          <p:spPr>
            <a:xfrm>
              <a:off x="4062717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7" name="Google Shape;217;p9"/>
            <p:cNvCxnSpPr/>
            <p:nvPr/>
          </p:nvCxnSpPr>
          <p:spPr>
            <a:xfrm>
              <a:off x="4739836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8" name="Google Shape;218;p9"/>
            <p:cNvCxnSpPr/>
            <p:nvPr/>
          </p:nvCxnSpPr>
          <p:spPr>
            <a:xfrm>
              <a:off x="541695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9" name="Google Shape;219;p9"/>
            <p:cNvCxnSpPr/>
            <p:nvPr/>
          </p:nvCxnSpPr>
          <p:spPr>
            <a:xfrm>
              <a:off x="6094077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20" name="Google Shape;220;p9"/>
            <p:cNvCxnSpPr/>
            <p:nvPr/>
          </p:nvCxnSpPr>
          <p:spPr>
            <a:xfrm>
              <a:off x="677119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21" name="Google Shape;221;p9"/>
            <p:cNvCxnSpPr/>
            <p:nvPr/>
          </p:nvCxnSpPr>
          <p:spPr>
            <a:xfrm>
              <a:off x="744831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22" name="Google Shape;222;p9"/>
            <p:cNvCxnSpPr/>
            <p:nvPr/>
          </p:nvCxnSpPr>
          <p:spPr>
            <a:xfrm>
              <a:off x="812543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23" name="Google Shape;223;p9"/>
            <p:cNvCxnSpPr/>
            <p:nvPr/>
          </p:nvCxnSpPr>
          <p:spPr>
            <a:xfrm>
              <a:off x="880255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24" name="Google Shape;224;p9"/>
            <p:cNvCxnSpPr/>
            <p:nvPr/>
          </p:nvCxnSpPr>
          <p:spPr>
            <a:xfrm>
              <a:off x="9479673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25" name="Google Shape;225;p9"/>
            <p:cNvCxnSpPr/>
            <p:nvPr/>
          </p:nvCxnSpPr>
          <p:spPr>
            <a:xfrm>
              <a:off x="10156792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26" name="Google Shape;226;p9"/>
            <p:cNvCxnSpPr/>
            <p:nvPr/>
          </p:nvCxnSpPr>
          <p:spPr>
            <a:xfrm>
              <a:off x="1083391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27" name="Google Shape;227;p9"/>
            <p:cNvCxnSpPr/>
            <p:nvPr/>
          </p:nvCxnSpPr>
          <p:spPr>
            <a:xfrm>
              <a:off x="1151103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28" name="Google Shape;228;p9"/>
            <p:cNvCxnSpPr/>
            <p:nvPr/>
          </p:nvCxnSpPr>
          <p:spPr>
            <a:xfrm>
              <a:off x="12188160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</p:grpSp>
      <p:sp>
        <p:nvSpPr>
          <p:cNvPr id="229" name="Google Shape;229;p9"/>
          <p:cNvSpPr txBox="1"/>
          <p:nvPr>
            <p:ph type="title"/>
          </p:nvPr>
        </p:nvSpPr>
        <p:spPr>
          <a:xfrm>
            <a:off x="429253" y="424691"/>
            <a:ext cx="7827311" cy="11675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"/>
              <a:buNone/>
              <a:defRPr b="0" i="0" sz="360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descr=" " id="230" name="Google Shape;230;p9"/>
          <p:cNvPicPr preferRelativeResize="0"/>
          <p:nvPr/>
        </p:nvPicPr>
        <p:blipFill rotWithShape="1">
          <a:blip r:embed="rId2">
            <a:alphaModFix/>
          </a:blip>
          <a:srcRect b="86725" l="0" r="72339" t="0"/>
          <a:stretch/>
        </p:blipFill>
        <p:spPr>
          <a:xfrm flipH="1">
            <a:off x="8819540" y="0"/>
            <a:ext cx="3372437" cy="910269"/>
          </a:xfrm>
          <a:prstGeom prst="rect">
            <a:avLst/>
          </a:prstGeom>
          <a:noFill/>
          <a:ln>
            <a:noFill/>
          </a:ln>
        </p:spPr>
      </p:pic>
      <p:sp>
        <p:nvSpPr>
          <p:cNvPr id="231" name="Google Shape;231;p9"/>
          <p:cNvSpPr/>
          <p:nvPr/>
        </p:nvSpPr>
        <p:spPr>
          <a:xfrm>
            <a:off x="8613058" y="322621"/>
            <a:ext cx="1407652" cy="58764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2" name="Google Shape;232;p9"/>
          <p:cNvSpPr/>
          <p:nvPr/>
        </p:nvSpPr>
        <p:spPr>
          <a:xfrm>
            <a:off x="10858521" y="0"/>
            <a:ext cx="1049981" cy="26134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3" name="Google Shape;233;p9"/>
          <p:cNvSpPr/>
          <p:nvPr/>
        </p:nvSpPr>
        <p:spPr>
          <a:xfrm>
            <a:off x="10760947" y="616445"/>
            <a:ext cx="582556" cy="33865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4_Титульный слайд">
  <p:cSld name="14_Титульный слайд">
    <p:bg>
      <p:bgPr>
        <a:solidFill>
          <a:schemeClr val="dk1"/>
        </a:solidFill>
      </p:bgPr>
    </p:bg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 " id="235" name="Google Shape;235;p1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096000" y="5844358"/>
            <a:ext cx="6096000" cy="1013642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36" name="Google Shape;236;p10"/>
          <p:cNvGrpSpPr/>
          <p:nvPr/>
        </p:nvGrpSpPr>
        <p:grpSpPr>
          <a:xfrm>
            <a:off x="224842" y="-74145"/>
            <a:ext cx="12188171" cy="64326"/>
            <a:chOff x="-2" y="-2"/>
            <a:chExt cx="12188169" cy="64324"/>
          </a:xfrm>
        </p:grpSpPr>
        <p:cxnSp>
          <p:nvCxnSpPr>
            <p:cNvPr id="237" name="Google Shape;237;p10"/>
            <p:cNvCxnSpPr/>
            <p:nvPr/>
          </p:nvCxnSpPr>
          <p:spPr>
            <a:xfrm flipH="1">
              <a:off x="-2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38" name="Google Shape;238;p10"/>
            <p:cNvCxnSpPr/>
            <p:nvPr/>
          </p:nvCxnSpPr>
          <p:spPr>
            <a:xfrm>
              <a:off x="677118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39" name="Google Shape;239;p10"/>
            <p:cNvCxnSpPr/>
            <p:nvPr/>
          </p:nvCxnSpPr>
          <p:spPr>
            <a:xfrm>
              <a:off x="1354241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40" name="Google Shape;240;p10"/>
            <p:cNvCxnSpPr/>
            <p:nvPr/>
          </p:nvCxnSpPr>
          <p:spPr>
            <a:xfrm>
              <a:off x="2031360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41" name="Google Shape;241;p10"/>
            <p:cNvCxnSpPr/>
            <p:nvPr/>
          </p:nvCxnSpPr>
          <p:spPr>
            <a:xfrm>
              <a:off x="2708479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42" name="Google Shape;242;p10"/>
            <p:cNvCxnSpPr/>
            <p:nvPr/>
          </p:nvCxnSpPr>
          <p:spPr>
            <a:xfrm>
              <a:off x="3385598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43" name="Google Shape;243;p10"/>
            <p:cNvCxnSpPr/>
            <p:nvPr/>
          </p:nvCxnSpPr>
          <p:spPr>
            <a:xfrm>
              <a:off x="4062717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44" name="Google Shape;244;p10"/>
            <p:cNvCxnSpPr/>
            <p:nvPr/>
          </p:nvCxnSpPr>
          <p:spPr>
            <a:xfrm>
              <a:off x="4739836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45" name="Google Shape;245;p10"/>
            <p:cNvCxnSpPr/>
            <p:nvPr/>
          </p:nvCxnSpPr>
          <p:spPr>
            <a:xfrm>
              <a:off x="541695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46" name="Google Shape;246;p10"/>
            <p:cNvCxnSpPr/>
            <p:nvPr/>
          </p:nvCxnSpPr>
          <p:spPr>
            <a:xfrm>
              <a:off x="6094077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47" name="Google Shape;247;p10"/>
            <p:cNvCxnSpPr/>
            <p:nvPr/>
          </p:nvCxnSpPr>
          <p:spPr>
            <a:xfrm>
              <a:off x="677119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48" name="Google Shape;248;p10"/>
            <p:cNvCxnSpPr/>
            <p:nvPr/>
          </p:nvCxnSpPr>
          <p:spPr>
            <a:xfrm>
              <a:off x="744831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49" name="Google Shape;249;p10"/>
            <p:cNvCxnSpPr/>
            <p:nvPr/>
          </p:nvCxnSpPr>
          <p:spPr>
            <a:xfrm>
              <a:off x="812543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50" name="Google Shape;250;p10"/>
            <p:cNvCxnSpPr/>
            <p:nvPr/>
          </p:nvCxnSpPr>
          <p:spPr>
            <a:xfrm>
              <a:off x="880255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51" name="Google Shape;251;p10"/>
            <p:cNvCxnSpPr/>
            <p:nvPr/>
          </p:nvCxnSpPr>
          <p:spPr>
            <a:xfrm>
              <a:off x="9479673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52" name="Google Shape;252;p10"/>
            <p:cNvCxnSpPr/>
            <p:nvPr/>
          </p:nvCxnSpPr>
          <p:spPr>
            <a:xfrm>
              <a:off x="10156792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53" name="Google Shape;253;p10"/>
            <p:cNvCxnSpPr/>
            <p:nvPr/>
          </p:nvCxnSpPr>
          <p:spPr>
            <a:xfrm>
              <a:off x="1083391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54" name="Google Shape;254;p10"/>
            <p:cNvCxnSpPr/>
            <p:nvPr/>
          </p:nvCxnSpPr>
          <p:spPr>
            <a:xfrm>
              <a:off x="1151103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55" name="Google Shape;255;p10"/>
            <p:cNvCxnSpPr/>
            <p:nvPr/>
          </p:nvCxnSpPr>
          <p:spPr>
            <a:xfrm>
              <a:off x="12188160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</p:grpSp>
      <p:sp>
        <p:nvSpPr>
          <p:cNvPr id="256" name="Google Shape;256;p10"/>
          <p:cNvSpPr txBox="1"/>
          <p:nvPr>
            <p:ph type="title"/>
          </p:nvPr>
        </p:nvSpPr>
        <p:spPr>
          <a:xfrm>
            <a:off x="429253" y="424691"/>
            <a:ext cx="7827311" cy="11675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"/>
              <a:buNone/>
              <a:defRPr b="0" i="0" sz="360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57" name="Google Shape;257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98723" y="6160516"/>
            <a:ext cx="1857481" cy="29267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58" name="Google Shape;258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866292" y="0"/>
            <a:ext cx="1325708" cy="372397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59" name="Google Shape;259;p1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1093496" y="6238282"/>
            <a:ext cx="690517" cy="216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1_Заголовок">
  <p:cSld name="11_Заголовок">
    <p:bg>
      <p:bgPr>
        <a:solidFill>
          <a:schemeClr val="dk1"/>
        </a:solidFill>
      </p:bgPr>
    </p:bg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1" name="Google Shape;261;p1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62" name="Google Shape;262;p11"/>
          <p:cNvSpPr txBox="1"/>
          <p:nvPr>
            <p:ph type="title"/>
          </p:nvPr>
        </p:nvSpPr>
        <p:spPr>
          <a:xfrm>
            <a:off x="429253" y="424691"/>
            <a:ext cx="11354760" cy="7672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"/>
              <a:buNone/>
              <a:defRPr b="0" i="0" sz="360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63" name="Google Shape;263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98723" y="6160516"/>
            <a:ext cx="1857481" cy="29267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64" name="Google Shape;264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093496" y="6238282"/>
            <a:ext cx="690517" cy="216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7_Заголовок">
  <p:cSld name="17_Заголовок">
    <p:bg>
      <p:bgPr>
        <a:solidFill>
          <a:schemeClr val="dk1"/>
        </a:solidFill>
      </p:bgPr>
    </p:bg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6" name="Google Shape;266;p12"/>
          <p:cNvPicPr preferRelativeResize="0"/>
          <p:nvPr/>
        </p:nvPicPr>
        <p:blipFill rotWithShape="1">
          <a:blip r:embed="rId2">
            <a:alphaModFix/>
          </a:blip>
          <a:srcRect b="25668" l="13456" r="0" t="10446"/>
          <a:stretch/>
        </p:blipFill>
        <p:spPr>
          <a:xfrm>
            <a:off x="-1" y="-1"/>
            <a:ext cx="9284228" cy="6858001"/>
          </a:xfrm>
          <a:prstGeom prst="rect">
            <a:avLst/>
          </a:prstGeom>
          <a:noFill/>
          <a:ln>
            <a:noFill/>
          </a:ln>
        </p:spPr>
      </p:pic>
      <p:pic>
        <p:nvPicPr>
          <p:cNvPr id="267" name="Google Shape;267;p12"/>
          <p:cNvPicPr preferRelativeResize="0"/>
          <p:nvPr/>
        </p:nvPicPr>
        <p:blipFill rotWithShape="1">
          <a:blip r:embed="rId3">
            <a:alphaModFix/>
          </a:blip>
          <a:srcRect b="8691" l="36156" r="0" t="22176"/>
          <a:stretch/>
        </p:blipFill>
        <p:spPr>
          <a:xfrm>
            <a:off x="-1" y="-2"/>
            <a:ext cx="6329681" cy="6863317"/>
          </a:xfrm>
          <a:prstGeom prst="rect">
            <a:avLst/>
          </a:prstGeom>
          <a:noFill/>
          <a:ln>
            <a:noFill/>
          </a:ln>
        </p:spPr>
      </p:pic>
      <p:sp>
        <p:nvSpPr>
          <p:cNvPr id="268" name="Google Shape;268;p12"/>
          <p:cNvSpPr txBox="1"/>
          <p:nvPr>
            <p:ph type="title"/>
          </p:nvPr>
        </p:nvSpPr>
        <p:spPr>
          <a:xfrm>
            <a:off x="429253" y="424691"/>
            <a:ext cx="7827311" cy="11675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"/>
              <a:buNone/>
              <a:defRPr b="0" i="0" sz="360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descr=" " id="269" name="Google Shape;269;p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858522" y="6160788"/>
            <a:ext cx="934755" cy="292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0" name="Google Shape;270;p1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98723" y="6160516"/>
            <a:ext cx="1857481" cy="29267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1_Титульный слайд">
  <p:cSld name="11_Титульный слайд">
    <p:bg>
      <p:bgPr>
        <a:solidFill>
          <a:schemeClr val="dk1"/>
        </a:solidFill>
      </p:bgPr>
    </p:bg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2" name="Google Shape;272;p13"/>
          <p:cNvGrpSpPr/>
          <p:nvPr/>
        </p:nvGrpSpPr>
        <p:grpSpPr>
          <a:xfrm>
            <a:off x="224842" y="-74145"/>
            <a:ext cx="12188171" cy="64326"/>
            <a:chOff x="-2" y="-2"/>
            <a:chExt cx="12188169" cy="64324"/>
          </a:xfrm>
        </p:grpSpPr>
        <p:cxnSp>
          <p:nvCxnSpPr>
            <p:cNvPr id="273" name="Google Shape;273;p13"/>
            <p:cNvCxnSpPr/>
            <p:nvPr/>
          </p:nvCxnSpPr>
          <p:spPr>
            <a:xfrm flipH="1">
              <a:off x="-2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74" name="Google Shape;274;p13"/>
            <p:cNvCxnSpPr/>
            <p:nvPr/>
          </p:nvCxnSpPr>
          <p:spPr>
            <a:xfrm>
              <a:off x="677118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75" name="Google Shape;275;p13"/>
            <p:cNvCxnSpPr/>
            <p:nvPr/>
          </p:nvCxnSpPr>
          <p:spPr>
            <a:xfrm>
              <a:off x="1354241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76" name="Google Shape;276;p13"/>
            <p:cNvCxnSpPr/>
            <p:nvPr/>
          </p:nvCxnSpPr>
          <p:spPr>
            <a:xfrm>
              <a:off x="2031360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77" name="Google Shape;277;p13"/>
            <p:cNvCxnSpPr/>
            <p:nvPr/>
          </p:nvCxnSpPr>
          <p:spPr>
            <a:xfrm>
              <a:off x="2708479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78" name="Google Shape;278;p13"/>
            <p:cNvCxnSpPr/>
            <p:nvPr/>
          </p:nvCxnSpPr>
          <p:spPr>
            <a:xfrm>
              <a:off x="3385598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79" name="Google Shape;279;p13"/>
            <p:cNvCxnSpPr/>
            <p:nvPr/>
          </p:nvCxnSpPr>
          <p:spPr>
            <a:xfrm>
              <a:off x="4062717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80" name="Google Shape;280;p13"/>
            <p:cNvCxnSpPr/>
            <p:nvPr/>
          </p:nvCxnSpPr>
          <p:spPr>
            <a:xfrm>
              <a:off x="4739836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81" name="Google Shape;281;p13"/>
            <p:cNvCxnSpPr/>
            <p:nvPr/>
          </p:nvCxnSpPr>
          <p:spPr>
            <a:xfrm>
              <a:off x="541695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82" name="Google Shape;282;p13"/>
            <p:cNvCxnSpPr/>
            <p:nvPr/>
          </p:nvCxnSpPr>
          <p:spPr>
            <a:xfrm>
              <a:off x="6094077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83" name="Google Shape;283;p13"/>
            <p:cNvCxnSpPr/>
            <p:nvPr/>
          </p:nvCxnSpPr>
          <p:spPr>
            <a:xfrm>
              <a:off x="677119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84" name="Google Shape;284;p13"/>
            <p:cNvCxnSpPr/>
            <p:nvPr/>
          </p:nvCxnSpPr>
          <p:spPr>
            <a:xfrm>
              <a:off x="744831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85" name="Google Shape;285;p13"/>
            <p:cNvCxnSpPr/>
            <p:nvPr/>
          </p:nvCxnSpPr>
          <p:spPr>
            <a:xfrm>
              <a:off x="812543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86" name="Google Shape;286;p13"/>
            <p:cNvCxnSpPr/>
            <p:nvPr/>
          </p:nvCxnSpPr>
          <p:spPr>
            <a:xfrm>
              <a:off x="880255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87" name="Google Shape;287;p13"/>
            <p:cNvCxnSpPr/>
            <p:nvPr/>
          </p:nvCxnSpPr>
          <p:spPr>
            <a:xfrm>
              <a:off x="9479673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88" name="Google Shape;288;p13"/>
            <p:cNvCxnSpPr/>
            <p:nvPr/>
          </p:nvCxnSpPr>
          <p:spPr>
            <a:xfrm>
              <a:off x="10156792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89" name="Google Shape;289;p13"/>
            <p:cNvCxnSpPr/>
            <p:nvPr/>
          </p:nvCxnSpPr>
          <p:spPr>
            <a:xfrm>
              <a:off x="1083391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90" name="Google Shape;290;p13"/>
            <p:cNvCxnSpPr/>
            <p:nvPr/>
          </p:nvCxnSpPr>
          <p:spPr>
            <a:xfrm>
              <a:off x="1151103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91" name="Google Shape;291;p13"/>
            <p:cNvCxnSpPr/>
            <p:nvPr/>
          </p:nvCxnSpPr>
          <p:spPr>
            <a:xfrm>
              <a:off x="12188160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</p:grpSp>
      <p:sp>
        <p:nvSpPr>
          <p:cNvPr id="292" name="Google Shape;292;p13"/>
          <p:cNvSpPr txBox="1"/>
          <p:nvPr>
            <p:ph type="title"/>
          </p:nvPr>
        </p:nvSpPr>
        <p:spPr>
          <a:xfrm>
            <a:off x="429254" y="1609196"/>
            <a:ext cx="4803146" cy="187689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"/>
              <a:buNone/>
              <a:defRPr b="0" i="0" sz="360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93" name="Google Shape;293;p13"/>
          <p:cNvPicPr preferRelativeResize="0"/>
          <p:nvPr/>
        </p:nvPicPr>
        <p:blipFill rotWithShape="1">
          <a:blip r:embed="rId2">
            <a:alphaModFix/>
          </a:blip>
          <a:srcRect b="77450" l="52729" r="0" t="17827"/>
          <a:stretch/>
        </p:blipFill>
        <p:spPr>
          <a:xfrm flipH="1">
            <a:off x="0" y="0"/>
            <a:ext cx="5763224" cy="323553"/>
          </a:xfrm>
          <a:prstGeom prst="rect">
            <a:avLst/>
          </a:prstGeom>
          <a:noFill/>
          <a:ln>
            <a:noFill/>
          </a:ln>
        </p:spPr>
      </p:pic>
      <p:pic>
        <p:nvPicPr>
          <p:cNvPr id="294" name="Google Shape;29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98723" y="6160516"/>
            <a:ext cx="1857481" cy="29267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95" name="Google Shape;295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093496" y="6238282"/>
            <a:ext cx="690517" cy="216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6_Титульный слайд">
  <p:cSld name="16_Титульный слайд">
    <p:bg>
      <p:bgPr>
        <a:solidFill>
          <a:schemeClr val="dk1"/>
        </a:solidFill>
      </p:bgPr>
    </p:bg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 " id="297" name="Google Shape;297;p14"/>
          <p:cNvPicPr preferRelativeResize="0"/>
          <p:nvPr/>
        </p:nvPicPr>
        <p:blipFill rotWithShape="1">
          <a:blip r:embed="rId2">
            <a:alphaModFix/>
          </a:blip>
          <a:srcRect b="0" l="20444" r="24824" t="0"/>
          <a:stretch/>
        </p:blipFill>
        <p:spPr>
          <a:xfrm>
            <a:off x="5519099" y="0"/>
            <a:ext cx="6672901" cy="685713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98" name="Google Shape;298;p14"/>
          <p:cNvGrpSpPr/>
          <p:nvPr/>
        </p:nvGrpSpPr>
        <p:grpSpPr>
          <a:xfrm>
            <a:off x="224842" y="-74145"/>
            <a:ext cx="12188171" cy="64326"/>
            <a:chOff x="-2" y="-2"/>
            <a:chExt cx="12188169" cy="64324"/>
          </a:xfrm>
        </p:grpSpPr>
        <p:cxnSp>
          <p:nvCxnSpPr>
            <p:cNvPr id="299" name="Google Shape;299;p14"/>
            <p:cNvCxnSpPr/>
            <p:nvPr/>
          </p:nvCxnSpPr>
          <p:spPr>
            <a:xfrm flipH="1">
              <a:off x="-2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00" name="Google Shape;300;p14"/>
            <p:cNvCxnSpPr/>
            <p:nvPr/>
          </p:nvCxnSpPr>
          <p:spPr>
            <a:xfrm>
              <a:off x="677118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01" name="Google Shape;301;p14"/>
            <p:cNvCxnSpPr/>
            <p:nvPr/>
          </p:nvCxnSpPr>
          <p:spPr>
            <a:xfrm>
              <a:off x="1354241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02" name="Google Shape;302;p14"/>
            <p:cNvCxnSpPr/>
            <p:nvPr/>
          </p:nvCxnSpPr>
          <p:spPr>
            <a:xfrm>
              <a:off x="2031360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03" name="Google Shape;303;p14"/>
            <p:cNvCxnSpPr/>
            <p:nvPr/>
          </p:nvCxnSpPr>
          <p:spPr>
            <a:xfrm>
              <a:off x="2708479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04" name="Google Shape;304;p14"/>
            <p:cNvCxnSpPr/>
            <p:nvPr/>
          </p:nvCxnSpPr>
          <p:spPr>
            <a:xfrm>
              <a:off x="3385598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05" name="Google Shape;305;p14"/>
            <p:cNvCxnSpPr/>
            <p:nvPr/>
          </p:nvCxnSpPr>
          <p:spPr>
            <a:xfrm>
              <a:off x="4062717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06" name="Google Shape;306;p14"/>
            <p:cNvCxnSpPr/>
            <p:nvPr/>
          </p:nvCxnSpPr>
          <p:spPr>
            <a:xfrm>
              <a:off x="4739836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07" name="Google Shape;307;p14"/>
            <p:cNvCxnSpPr/>
            <p:nvPr/>
          </p:nvCxnSpPr>
          <p:spPr>
            <a:xfrm>
              <a:off x="541695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08" name="Google Shape;308;p14"/>
            <p:cNvCxnSpPr/>
            <p:nvPr/>
          </p:nvCxnSpPr>
          <p:spPr>
            <a:xfrm>
              <a:off x="6094077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09" name="Google Shape;309;p14"/>
            <p:cNvCxnSpPr/>
            <p:nvPr/>
          </p:nvCxnSpPr>
          <p:spPr>
            <a:xfrm>
              <a:off x="677119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10" name="Google Shape;310;p14"/>
            <p:cNvCxnSpPr/>
            <p:nvPr/>
          </p:nvCxnSpPr>
          <p:spPr>
            <a:xfrm>
              <a:off x="744831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11" name="Google Shape;311;p14"/>
            <p:cNvCxnSpPr/>
            <p:nvPr/>
          </p:nvCxnSpPr>
          <p:spPr>
            <a:xfrm>
              <a:off x="812543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12" name="Google Shape;312;p14"/>
            <p:cNvCxnSpPr/>
            <p:nvPr/>
          </p:nvCxnSpPr>
          <p:spPr>
            <a:xfrm>
              <a:off x="880255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13" name="Google Shape;313;p14"/>
            <p:cNvCxnSpPr/>
            <p:nvPr/>
          </p:nvCxnSpPr>
          <p:spPr>
            <a:xfrm>
              <a:off x="9479673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14" name="Google Shape;314;p14"/>
            <p:cNvCxnSpPr/>
            <p:nvPr/>
          </p:nvCxnSpPr>
          <p:spPr>
            <a:xfrm>
              <a:off x="10156792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15" name="Google Shape;315;p14"/>
            <p:cNvCxnSpPr/>
            <p:nvPr/>
          </p:nvCxnSpPr>
          <p:spPr>
            <a:xfrm>
              <a:off x="1083391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16" name="Google Shape;316;p14"/>
            <p:cNvCxnSpPr/>
            <p:nvPr/>
          </p:nvCxnSpPr>
          <p:spPr>
            <a:xfrm>
              <a:off x="1151103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17" name="Google Shape;317;p14"/>
            <p:cNvCxnSpPr/>
            <p:nvPr/>
          </p:nvCxnSpPr>
          <p:spPr>
            <a:xfrm>
              <a:off x="12188160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</p:grpSp>
      <p:sp>
        <p:nvSpPr>
          <p:cNvPr id="318" name="Google Shape;318;p14"/>
          <p:cNvSpPr txBox="1"/>
          <p:nvPr>
            <p:ph type="title"/>
          </p:nvPr>
        </p:nvSpPr>
        <p:spPr>
          <a:xfrm>
            <a:off x="429253" y="2291422"/>
            <a:ext cx="7827335" cy="187689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Play"/>
              <a:buNone/>
              <a:defRPr b="0" i="0" sz="540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descr=" " id="319" name="Google Shape;319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858522" y="6160788"/>
            <a:ext cx="934755" cy="292400"/>
          </a:xfrm>
          <a:prstGeom prst="rect">
            <a:avLst/>
          </a:prstGeom>
          <a:noFill/>
          <a:ln>
            <a:noFill/>
          </a:ln>
        </p:spPr>
      </p:pic>
      <p:sp>
        <p:nvSpPr>
          <p:cNvPr id="320" name="Google Shape;320;p14"/>
          <p:cNvSpPr/>
          <p:nvPr/>
        </p:nvSpPr>
        <p:spPr>
          <a:xfrm>
            <a:off x="5404757" y="4555671"/>
            <a:ext cx="1926772" cy="587829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1" name="Google Shape;321;p14"/>
          <p:cNvSpPr/>
          <p:nvPr/>
        </p:nvSpPr>
        <p:spPr>
          <a:xfrm>
            <a:off x="8490856" y="5372100"/>
            <a:ext cx="767443" cy="587829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2" name="Google Shape;322;p14"/>
          <p:cNvSpPr/>
          <p:nvPr/>
        </p:nvSpPr>
        <p:spPr>
          <a:xfrm>
            <a:off x="6498771" y="342900"/>
            <a:ext cx="767443" cy="587829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3" name="Google Shape;323;p14"/>
          <p:cNvSpPr/>
          <p:nvPr/>
        </p:nvSpPr>
        <p:spPr>
          <a:xfrm>
            <a:off x="7903028" y="32658"/>
            <a:ext cx="767443" cy="587829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4" name="Google Shape;324;p14"/>
          <p:cNvSpPr/>
          <p:nvPr/>
        </p:nvSpPr>
        <p:spPr>
          <a:xfrm>
            <a:off x="5323114" y="930729"/>
            <a:ext cx="1175657" cy="973334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25" name="Google Shape;325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98723" y="6035040"/>
            <a:ext cx="2653844" cy="41814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2_Титульный слайд">
  <p:cSld name="12_Титульный слайд">
    <p:bg>
      <p:bgPr>
        <a:solidFill>
          <a:schemeClr val="dk1"/>
        </a:solidFill>
      </p:bgPr>
    </p:bg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 " id="327" name="Google Shape;327;p1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1979" cy="6857131"/>
          </a:xfrm>
          <a:prstGeom prst="rect">
            <a:avLst/>
          </a:prstGeom>
          <a:noFill/>
          <a:ln>
            <a:noFill/>
          </a:ln>
        </p:spPr>
      </p:pic>
      <p:sp>
        <p:nvSpPr>
          <p:cNvPr id="328" name="Google Shape;328;p15"/>
          <p:cNvSpPr/>
          <p:nvPr/>
        </p:nvSpPr>
        <p:spPr>
          <a:xfrm>
            <a:off x="0" y="4499104"/>
            <a:ext cx="6792686" cy="1661684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9" name="Google Shape;329;p15"/>
          <p:cNvSpPr/>
          <p:nvPr/>
        </p:nvSpPr>
        <p:spPr>
          <a:xfrm>
            <a:off x="1" y="5501389"/>
            <a:ext cx="4811842" cy="1356609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30" name="Google Shape;330;p15"/>
          <p:cNvGrpSpPr/>
          <p:nvPr/>
        </p:nvGrpSpPr>
        <p:grpSpPr>
          <a:xfrm>
            <a:off x="224842" y="-74145"/>
            <a:ext cx="12188171" cy="64326"/>
            <a:chOff x="-2" y="-2"/>
            <a:chExt cx="12188169" cy="64324"/>
          </a:xfrm>
        </p:grpSpPr>
        <p:cxnSp>
          <p:nvCxnSpPr>
            <p:cNvPr id="331" name="Google Shape;331;p15"/>
            <p:cNvCxnSpPr/>
            <p:nvPr/>
          </p:nvCxnSpPr>
          <p:spPr>
            <a:xfrm flipH="1">
              <a:off x="-2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32" name="Google Shape;332;p15"/>
            <p:cNvCxnSpPr/>
            <p:nvPr/>
          </p:nvCxnSpPr>
          <p:spPr>
            <a:xfrm>
              <a:off x="677118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33" name="Google Shape;333;p15"/>
            <p:cNvCxnSpPr/>
            <p:nvPr/>
          </p:nvCxnSpPr>
          <p:spPr>
            <a:xfrm>
              <a:off x="1354241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34" name="Google Shape;334;p15"/>
            <p:cNvCxnSpPr/>
            <p:nvPr/>
          </p:nvCxnSpPr>
          <p:spPr>
            <a:xfrm>
              <a:off x="2031360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35" name="Google Shape;335;p15"/>
            <p:cNvCxnSpPr/>
            <p:nvPr/>
          </p:nvCxnSpPr>
          <p:spPr>
            <a:xfrm>
              <a:off x="2708479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36" name="Google Shape;336;p15"/>
            <p:cNvCxnSpPr/>
            <p:nvPr/>
          </p:nvCxnSpPr>
          <p:spPr>
            <a:xfrm>
              <a:off x="3385598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37" name="Google Shape;337;p15"/>
            <p:cNvCxnSpPr/>
            <p:nvPr/>
          </p:nvCxnSpPr>
          <p:spPr>
            <a:xfrm>
              <a:off x="4062717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38" name="Google Shape;338;p15"/>
            <p:cNvCxnSpPr/>
            <p:nvPr/>
          </p:nvCxnSpPr>
          <p:spPr>
            <a:xfrm>
              <a:off x="4739836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39" name="Google Shape;339;p15"/>
            <p:cNvCxnSpPr/>
            <p:nvPr/>
          </p:nvCxnSpPr>
          <p:spPr>
            <a:xfrm>
              <a:off x="541695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40" name="Google Shape;340;p15"/>
            <p:cNvCxnSpPr/>
            <p:nvPr/>
          </p:nvCxnSpPr>
          <p:spPr>
            <a:xfrm>
              <a:off x="6094077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41" name="Google Shape;341;p15"/>
            <p:cNvCxnSpPr/>
            <p:nvPr/>
          </p:nvCxnSpPr>
          <p:spPr>
            <a:xfrm>
              <a:off x="677119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42" name="Google Shape;342;p15"/>
            <p:cNvCxnSpPr/>
            <p:nvPr/>
          </p:nvCxnSpPr>
          <p:spPr>
            <a:xfrm>
              <a:off x="744831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43" name="Google Shape;343;p15"/>
            <p:cNvCxnSpPr/>
            <p:nvPr/>
          </p:nvCxnSpPr>
          <p:spPr>
            <a:xfrm>
              <a:off x="812543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44" name="Google Shape;344;p15"/>
            <p:cNvCxnSpPr/>
            <p:nvPr/>
          </p:nvCxnSpPr>
          <p:spPr>
            <a:xfrm>
              <a:off x="880255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45" name="Google Shape;345;p15"/>
            <p:cNvCxnSpPr/>
            <p:nvPr/>
          </p:nvCxnSpPr>
          <p:spPr>
            <a:xfrm>
              <a:off x="9479673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46" name="Google Shape;346;p15"/>
            <p:cNvCxnSpPr/>
            <p:nvPr/>
          </p:nvCxnSpPr>
          <p:spPr>
            <a:xfrm>
              <a:off x="10156792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47" name="Google Shape;347;p15"/>
            <p:cNvCxnSpPr/>
            <p:nvPr/>
          </p:nvCxnSpPr>
          <p:spPr>
            <a:xfrm>
              <a:off x="1083391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48" name="Google Shape;348;p15"/>
            <p:cNvCxnSpPr/>
            <p:nvPr/>
          </p:nvCxnSpPr>
          <p:spPr>
            <a:xfrm>
              <a:off x="1151103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49" name="Google Shape;349;p15"/>
            <p:cNvCxnSpPr/>
            <p:nvPr/>
          </p:nvCxnSpPr>
          <p:spPr>
            <a:xfrm>
              <a:off x="12188160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</p:grpSp>
      <p:sp>
        <p:nvSpPr>
          <p:cNvPr id="350" name="Google Shape;350;p15"/>
          <p:cNvSpPr txBox="1"/>
          <p:nvPr>
            <p:ph type="title"/>
          </p:nvPr>
        </p:nvSpPr>
        <p:spPr>
          <a:xfrm>
            <a:off x="429253" y="2291422"/>
            <a:ext cx="7827335" cy="187689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Play"/>
              <a:buNone/>
              <a:defRPr b="0" i="0" sz="540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351" name="Google Shape;351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98723" y="5895936"/>
            <a:ext cx="3536690" cy="55725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352" name="Google Shape;352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858522" y="6160788"/>
            <a:ext cx="934755" cy="292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0_Титульный слайд">
  <p:cSld name="10_Титульный слайд">
    <p:bg>
      <p:bgPr>
        <a:solidFill>
          <a:schemeClr val="dk1"/>
        </a:solidFill>
      </p:bgPr>
    </p:bg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4" name="Google Shape;354;p16"/>
          <p:cNvGrpSpPr/>
          <p:nvPr/>
        </p:nvGrpSpPr>
        <p:grpSpPr>
          <a:xfrm>
            <a:off x="224842" y="-74145"/>
            <a:ext cx="12188171" cy="64326"/>
            <a:chOff x="-2" y="-2"/>
            <a:chExt cx="12188169" cy="64324"/>
          </a:xfrm>
        </p:grpSpPr>
        <p:cxnSp>
          <p:nvCxnSpPr>
            <p:cNvPr id="355" name="Google Shape;355;p16"/>
            <p:cNvCxnSpPr/>
            <p:nvPr/>
          </p:nvCxnSpPr>
          <p:spPr>
            <a:xfrm flipH="1">
              <a:off x="-2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56" name="Google Shape;356;p16"/>
            <p:cNvCxnSpPr/>
            <p:nvPr/>
          </p:nvCxnSpPr>
          <p:spPr>
            <a:xfrm>
              <a:off x="677118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57" name="Google Shape;357;p16"/>
            <p:cNvCxnSpPr/>
            <p:nvPr/>
          </p:nvCxnSpPr>
          <p:spPr>
            <a:xfrm>
              <a:off x="1354241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58" name="Google Shape;358;p16"/>
            <p:cNvCxnSpPr/>
            <p:nvPr/>
          </p:nvCxnSpPr>
          <p:spPr>
            <a:xfrm>
              <a:off x="2031360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59" name="Google Shape;359;p16"/>
            <p:cNvCxnSpPr/>
            <p:nvPr/>
          </p:nvCxnSpPr>
          <p:spPr>
            <a:xfrm>
              <a:off x="2708479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60" name="Google Shape;360;p16"/>
            <p:cNvCxnSpPr/>
            <p:nvPr/>
          </p:nvCxnSpPr>
          <p:spPr>
            <a:xfrm>
              <a:off x="3385598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61" name="Google Shape;361;p16"/>
            <p:cNvCxnSpPr/>
            <p:nvPr/>
          </p:nvCxnSpPr>
          <p:spPr>
            <a:xfrm>
              <a:off x="4062717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62" name="Google Shape;362;p16"/>
            <p:cNvCxnSpPr/>
            <p:nvPr/>
          </p:nvCxnSpPr>
          <p:spPr>
            <a:xfrm>
              <a:off x="4739836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63" name="Google Shape;363;p16"/>
            <p:cNvCxnSpPr/>
            <p:nvPr/>
          </p:nvCxnSpPr>
          <p:spPr>
            <a:xfrm>
              <a:off x="541695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64" name="Google Shape;364;p16"/>
            <p:cNvCxnSpPr/>
            <p:nvPr/>
          </p:nvCxnSpPr>
          <p:spPr>
            <a:xfrm>
              <a:off x="6094077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65" name="Google Shape;365;p16"/>
            <p:cNvCxnSpPr/>
            <p:nvPr/>
          </p:nvCxnSpPr>
          <p:spPr>
            <a:xfrm>
              <a:off x="677119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66" name="Google Shape;366;p16"/>
            <p:cNvCxnSpPr/>
            <p:nvPr/>
          </p:nvCxnSpPr>
          <p:spPr>
            <a:xfrm>
              <a:off x="744831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67" name="Google Shape;367;p16"/>
            <p:cNvCxnSpPr/>
            <p:nvPr/>
          </p:nvCxnSpPr>
          <p:spPr>
            <a:xfrm>
              <a:off x="812543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68" name="Google Shape;368;p16"/>
            <p:cNvCxnSpPr/>
            <p:nvPr/>
          </p:nvCxnSpPr>
          <p:spPr>
            <a:xfrm>
              <a:off x="880255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69" name="Google Shape;369;p16"/>
            <p:cNvCxnSpPr/>
            <p:nvPr/>
          </p:nvCxnSpPr>
          <p:spPr>
            <a:xfrm>
              <a:off x="9479673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70" name="Google Shape;370;p16"/>
            <p:cNvCxnSpPr/>
            <p:nvPr/>
          </p:nvCxnSpPr>
          <p:spPr>
            <a:xfrm>
              <a:off x="10156792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71" name="Google Shape;371;p16"/>
            <p:cNvCxnSpPr/>
            <p:nvPr/>
          </p:nvCxnSpPr>
          <p:spPr>
            <a:xfrm>
              <a:off x="1083391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72" name="Google Shape;372;p16"/>
            <p:cNvCxnSpPr/>
            <p:nvPr/>
          </p:nvCxnSpPr>
          <p:spPr>
            <a:xfrm>
              <a:off x="1151103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73" name="Google Shape;373;p16"/>
            <p:cNvCxnSpPr/>
            <p:nvPr/>
          </p:nvCxnSpPr>
          <p:spPr>
            <a:xfrm>
              <a:off x="12188160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</p:grpSp>
      <p:sp>
        <p:nvSpPr>
          <p:cNvPr id="374" name="Google Shape;374;p16"/>
          <p:cNvSpPr txBox="1"/>
          <p:nvPr>
            <p:ph type="title"/>
          </p:nvPr>
        </p:nvSpPr>
        <p:spPr>
          <a:xfrm>
            <a:off x="429253" y="424691"/>
            <a:ext cx="7827311" cy="11675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"/>
              <a:buNone/>
              <a:defRPr b="0" i="0" sz="360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375" name="Google Shape;375;p1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98723" y="6160516"/>
            <a:ext cx="1857481" cy="29267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376" name="Google Shape;376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093496" y="6238282"/>
            <a:ext cx="690517" cy="216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3.xml"/><Relationship Id="rId15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15.xml"/><Relationship Id="rId17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type="title"/>
          </p:nvPr>
        </p:nvSpPr>
        <p:spPr>
          <a:xfrm>
            <a:off x="427866" y="662333"/>
            <a:ext cx="10855854" cy="644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b="0" i="0" sz="32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"/>
          <p:cNvSpPr txBox="1"/>
          <p:nvPr>
            <p:ph idx="1" type="body"/>
          </p:nvPr>
        </p:nvSpPr>
        <p:spPr>
          <a:xfrm>
            <a:off x="658813" y="1773239"/>
            <a:ext cx="10855852" cy="43926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rtl="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17500" lvl="1" marL="914400" marR="0" rtl="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2pPr>
            <a:lvl3pPr indent="-304800" lvl="2" marL="1371600" marR="0" rtl="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3pPr>
            <a:lvl4pPr indent="-295275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Arial"/>
              <a:buChar char="•"/>
              <a:defRPr b="0" i="0" sz="105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" name="Google Shape;12;p1"/>
          <p:cNvSpPr txBox="1"/>
          <p:nvPr>
            <p:ph idx="11" type="ftr"/>
          </p:nvPr>
        </p:nvSpPr>
        <p:spPr>
          <a:xfrm>
            <a:off x="671513" y="167981"/>
            <a:ext cx="10874375" cy="2414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000" u="none" cap="none" strike="noStrike">
                <a:solidFill>
                  <a:srgbClr val="A6A6A6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grpSp>
        <p:nvGrpSpPr>
          <p:cNvPr id="13" name="Google Shape;13;p1"/>
          <p:cNvGrpSpPr/>
          <p:nvPr/>
        </p:nvGrpSpPr>
        <p:grpSpPr>
          <a:xfrm>
            <a:off x="0" y="-114752"/>
            <a:ext cx="12188148" cy="64309"/>
            <a:chOff x="0" y="1773238"/>
            <a:chExt cx="12188148" cy="735184"/>
          </a:xfrm>
        </p:grpSpPr>
        <p:cxnSp>
          <p:nvCxnSpPr>
            <p:cNvPr id="14" name="Google Shape;14;p1"/>
            <p:cNvCxnSpPr/>
            <p:nvPr/>
          </p:nvCxnSpPr>
          <p:spPr>
            <a:xfrm>
              <a:off x="0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5" name="Google Shape;15;p1"/>
            <p:cNvCxnSpPr/>
            <p:nvPr/>
          </p:nvCxnSpPr>
          <p:spPr>
            <a:xfrm>
              <a:off x="677119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6" name="Google Shape;16;p1"/>
            <p:cNvCxnSpPr/>
            <p:nvPr/>
          </p:nvCxnSpPr>
          <p:spPr>
            <a:xfrm>
              <a:off x="1354238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7" name="Google Shape;17;p1"/>
            <p:cNvCxnSpPr/>
            <p:nvPr/>
          </p:nvCxnSpPr>
          <p:spPr>
            <a:xfrm>
              <a:off x="2031357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8" name="Google Shape;18;p1"/>
            <p:cNvCxnSpPr/>
            <p:nvPr/>
          </p:nvCxnSpPr>
          <p:spPr>
            <a:xfrm>
              <a:off x="2708476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9" name="Google Shape;19;p1"/>
            <p:cNvCxnSpPr/>
            <p:nvPr/>
          </p:nvCxnSpPr>
          <p:spPr>
            <a:xfrm>
              <a:off x="3385595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0" name="Google Shape;20;p1"/>
            <p:cNvCxnSpPr/>
            <p:nvPr/>
          </p:nvCxnSpPr>
          <p:spPr>
            <a:xfrm>
              <a:off x="4062714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" name="Google Shape;21;p1"/>
            <p:cNvCxnSpPr/>
            <p:nvPr/>
          </p:nvCxnSpPr>
          <p:spPr>
            <a:xfrm>
              <a:off x="4739833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2" name="Google Shape;22;p1"/>
            <p:cNvCxnSpPr/>
            <p:nvPr/>
          </p:nvCxnSpPr>
          <p:spPr>
            <a:xfrm>
              <a:off x="5416952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3" name="Google Shape;23;p1"/>
            <p:cNvCxnSpPr/>
            <p:nvPr/>
          </p:nvCxnSpPr>
          <p:spPr>
            <a:xfrm>
              <a:off x="6094071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4" name="Google Shape;24;p1"/>
            <p:cNvCxnSpPr/>
            <p:nvPr/>
          </p:nvCxnSpPr>
          <p:spPr>
            <a:xfrm>
              <a:off x="6771190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5" name="Google Shape;25;p1"/>
            <p:cNvCxnSpPr/>
            <p:nvPr/>
          </p:nvCxnSpPr>
          <p:spPr>
            <a:xfrm>
              <a:off x="7448309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6" name="Google Shape;26;p1"/>
            <p:cNvCxnSpPr/>
            <p:nvPr/>
          </p:nvCxnSpPr>
          <p:spPr>
            <a:xfrm>
              <a:off x="8125428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7" name="Google Shape;27;p1"/>
            <p:cNvCxnSpPr/>
            <p:nvPr/>
          </p:nvCxnSpPr>
          <p:spPr>
            <a:xfrm>
              <a:off x="8802547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8" name="Google Shape;28;p1"/>
            <p:cNvCxnSpPr/>
            <p:nvPr/>
          </p:nvCxnSpPr>
          <p:spPr>
            <a:xfrm>
              <a:off x="9479666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9" name="Google Shape;29;p1"/>
            <p:cNvCxnSpPr/>
            <p:nvPr/>
          </p:nvCxnSpPr>
          <p:spPr>
            <a:xfrm>
              <a:off x="10156785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0" name="Google Shape;30;p1"/>
            <p:cNvCxnSpPr/>
            <p:nvPr/>
          </p:nvCxnSpPr>
          <p:spPr>
            <a:xfrm>
              <a:off x="10833904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1" name="Google Shape;31;p1"/>
            <p:cNvCxnSpPr/>
            <p:nvPr/>
          </p:nvCxnSpPr>
          <p:spPr>
            <a:xfrm>
              <a:off x="11511023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2" name="Google Shape;32;p1"/>
            <p:cNvCxnSpPr/>
            <p:nvPr/>
          </p:nvCxnSpPr>
          <p:spPr>
            <a:xfrm>
              <a:off x="12188148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</p:grpSp>
      <p:grpSp>
        <p:nvGrpSpPr>
          <p:cNvPr id="33" name="Google Shape;33;p1"/>
          <p:cNvGrpSpPr/>
          <p:nvPr/>
        </p:nvGrpSpPr>
        <p:grpSpPr>
          <a:xfrm>
            <a:off x="-3" y="6987088"/>
            <a:ext cx="12188148" cy="64309"/>
            <a:chOff x="0" y="1773238"/>
            <a:chExt cx="12188148" cy="735184"/>
          </a:xfrm>
        </p:grpSpPr>
        <p:cxnSp>
          <p:nvCxnSpPr>
            <p:cNvPr id="34" name="Google Shape;34;p1"/>
            <p:cNvCxnSpPr/>
            <p:nvPr/>
          </p:nvCxnSpPr>
          <p:spPr>
            <a:xfrm>
              <a:off x="0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5" name="Google Shape;35;p1"/>
            <p:cNvCxnSpPr/>
            <p:nvPr/>
          </p:nvCxnSpPr>
          <p:spPr>
            <a:xfrm>
              <a:off x="677119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6" name="Google Shape;36;p1"/>
            <p:cNvCxnSpPr/>
            <p:nvPr/>
          </p:nvCxnSpPr>
          <p:spPr>
            <a:xfrm>
              <a:off x="1354238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7" name="Google Shape;37;p1"/>
            <p:cNvCxnSpPr/>
            <p:nvPr/>
          </p:nvCxnSpPr>
          <p:spPr>
            <a:xfrm>
              <a:off x="2031357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8" name="Google Shape;38;p1"/>
            <p:cNvCxnSpPr/>
            <p:nvPr/>
          </p:nvCxnSpPr>
          <p:spPr>
            <a:xfrm>
              <a:off x="2708476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9" name="Google Shape;39;p1"/>
            <p:cNvCxnSpPr/>
            <p:nvPr/>
          </p:nvCxnSpPr>
          <p:spPr>
            <a:xfrm>
              <a:off x="3385595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0" name="Google Shape;40;p1"/>
            <p:cNvCxnSpPr/>
            <p:nvPr/>
          </p:nvCxnSpPr>
          <p:spPr>
            <a:xfrm>
              <a:off x="4062714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1" name="Google Shape;41;p1"/>
            <p:cNvCxnSpPr/>
            <p:nvPr/>
          </p:nvCxnSpPr>
          <p:spPr>
            <a:xfrm>
              <a:off x="4739833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2" name="Google Shape;42;p1"/>
            <p:cNvCxnSpPr/>
            <p:nvPr/>
          </p:nvCxnSpPr>
          <p:spPr>
            <a:xfrm>
              <a:off x="5416952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3" name="Google Shape;43;p1"/>
            <p:cNvCxnSpPr/>
            <p:nvPr/>
          </p:nvCxnSpPr>
          <p:spPr>
            <a:xfrm>
              <a:off x="6094071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4" name="Google Shape;44;p1"/>
            <p:cNvCxnSpPr/>
            <p:nvPr/>
          </p:nvCxnSpPr>
          <p:spPr>
            <a:xfrm>
              <a:off x="6771190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5" name="Google Shape;45;p1"/>
            <p:cNvCxnSpPr/>
            <p:nvPr/>
          </p:nvCxnSpPr>
          <p:spPr>
            <a:xfrm>
              <a:off x="7448309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6" name="Google Shape;46;p1"/>
            <p:cNvCxnSpPr/>
            <p:nvPr/>
          </p:nvCxnSpPr>
          <p:spPr>
            <a:xfrm>
              <a:off x="8125428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7" name="Google Shape;47;p1"/>
            <p:cNvCxnSpPr/>
            <p:nvPr/>
          </p:nvCxnSpPr>
          <p:spPr>
            <a:xfrm>
              <a:off x="8802547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8" name="Google Shape;48;p1"/>
            <p:cNvCxnSpPr/>
            <p:nvPr/>
          </p:nvCxnSpPr>
          <p:spPr>
            <a:xfrm>
              <a:off x="9479666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9" name="Google Shape;49;p1"/>
            <p:cNvCxnSpPr/>
            <p:nvPr/>
          </p:nvCxnSpPr>
          <p:spPr>
            <a:xfrm>
              <a:off x="10156785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50" name="Google Shape;50;p1"/>
            <p:cNvCxnSpPr/>
            <p:nvPr/>
          </p:nvCxnSpPr>
          <p:spPr>
            <a:xfrm>
              <a:off x="10833904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51" name="Google Shape;51;p1"/>
            <p:cNvCxnSpPr/>
            <p:nvPr/>
          </p:nvCxnSpPr>
          <p:spPr>
            <a:xfrm>
              <a:off x="11511023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52" name="Google Shape;52;p1"/>
            <p:cNvCxnSpPr/>
            <p:nvPr/>
          </p:nvCxnSpPr>
          <p:spPr>
            <a:xfrm>
              <a:off x="12188148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</p:grpSp>
      <p:pic>
        <p:nvPicPr>
          <p:cNvPr id="53" name="Google Shape;53;p1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419564" y="6161239"/>
            <a:ext cx="932071" cy="288000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  <p:sldLayoutId id="2147483660" r:id="rId14"/>
    <p:sldLayoutId id="2147483661" r:id="rId15"/>
    <p:sldLayoutId id="2147483662" r:id="rId16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257">
          <p15:clr>
            <a:srgbClr val="FDE53C"/>
          </p15:clr>
        </p15:guide>
        <p15:guide id="2" pos="7423">
          <p15:clr>
            <a:srgbClr val="FDE53C"/>
          </p15:clr>
        </p15:guide>
        <p15:guide id="3" orient="horz" pos="4065">
          <p15:clr>
            <a:srgbClr val="FDE53C"/>
          </p15:clr>
        </p15:guide>
        <p15:guide id="4" pos="5201">
          <p15:clr>
            <a:srgbClr val="FDE53C"/>
          </p15:clr>
        </p15:guide>
        <p15:guide id="5" pos="2479">
          <p15:clr>
            <a:srgbClr val="FDE53C"/>
          </p15:clr>
        </p15:guide>
        <p15:guide id="6" pos="3840">
          <p15:clr>
            <a:srgbClr val="FDE53C"/>
          </p15:clr>
        </p15:guide>
        <p15:guide id="7" orient="horz" pos="640">
          <p15:clr>
            <a:srgbClr val="FDE53C"/>
          </p15:clr>
        </p15:guide>
        <p15:guide id="8" orient="horz" pos="1003">
          <p15:clr>
            <a:srgbClr val="FDE53C"/>
          </p15:clr>
        </p15:guide>
        <p15:guide id="9" pos="1073">
          <p15:clr>
            <a:srgbClr val="FDE53C"/>
          </p15:clr>
        </p15:guide>
        <p15:guide id="10" pos="6584">
          <p15:clr>
            <a:srgbClr val="FDE53C"/>
          </p15:clr>
        </p15:guide>
        <p15:guide id="11" orient="horz" pos="255">
          <p15:clr>
            <a:srgbClr val="FDE53C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sz="3600"/>
              <a:t>Спрос вырос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sz="3600"/>
              <a:t>Сроки сократились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sz="3600"/>
              <a:t>Отток упал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sz="3600"/>
              <a:t>Команда выросла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sz="3600"/>
              <a:t>Издержки снизились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sz="3600"/>
              <a:t>Партнёры вернулись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Контентные">
  <a:themeElements>
    <a:clrScheme name="VK Tech 2024">
      <a:dk1>
        <a:srgbClr val="000000"/>
      </a:dk1>
      <a:lt1>
        <a:srgbClr val="FFFFFF"/>
      </a:lt1>
      <a:dk2>
        <a:srgbClr val="0077FF"/>
      </a:dk2>
      <a:lt2>
        <a:srgbClr val="FFFFFF"/>
      </a:lt2>
      <a:accent1>
        <a:srgbClr val="0077FF"/>
      </a:accent1>
      <a:accent2>
        <a:srgbClr val="00E9FF"/>
      </a:accent2>
      <a:accent3>
        <a:srgbClr val="AAFBFF"/>
      </a:accent3>
      <a:accent4>
        <a:srgbClr val="EDF3FC"/>
      </a:accent4>
      <a:accent5>
        <a:srgbClr val="7C8A9A"/>
      </a:accent5>
      <a:accent6>
        <a:srgbClr val="202020"/>
      </a:accent6>
      <a:hlink>
        <a:srgbClr val="0077FF"/>
      </a:hlink>
      <a:folHlink>
        <a:srgbClr val="00E9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