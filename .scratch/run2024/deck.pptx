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03.svg" ContentType="image/svg+xml"/>
  <Override PartName="/ppt/media/image1095.svg" ContentType="image/svg+xml"/>
  <Override PartName="/ppt/media/image1129.svg" ContentType="image/svg+xml"/>
  <Override PartName="/ppt/media/image1139.svg" ContentType="image/svg+xml"/>
  <Override PartName="/ppt/media/image153.svg" ContentType="image/svg+xml"/>
  <Override PartName="/ppt/media/image703.svg" ContentType="image/svg+xml"/>
  <Override PartName="/ppt/media/image747.svg" ContentType="image/svg+xml"/>
  <Override PartName="/ppt/media/image93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3"/>
  </p:notesMasterIdLst>
  <p:handoutMasterIdLst>
    <p:handoutMasterId r:id="rId224"/>
  </p:handoutMasterIdLst>
  <p:sldIdLst>
    <p:sldId id="256" r:id="rId11"/>
    <p:sldId id="257" r:id="rId12"/>
  </p:sldIdLst>
  <p:sldSz cx="12192000" cy="6858000"/>
  <p:notesSz cx="6794500" cy="9906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orient="horz" pos="2160">
          <p15:clr>
            <a:srgbClr val="A4A3A4"/>
          </p15:clr>
        </p15:guide>
        <p15:guide id="6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42AE"/>
    <a:srgbClr val="2354D6"/>
    <a:srgbClr val="4278FF"/>
    <a:srgbClr val="73B0FF"/>
    <a:srgbClr val="C8CCDB"/>
    <a:srgbClr val="7794E4"/>
    <a:srgbClr val="D1E5FF"/>
    <a:srgbClr val="F6F6F9"/>
    <a:srgbClr val="8EC26A"/>
    <a:srgbClr val="FF7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92" autoAdjust="0"/>
    <p:restoredTop sz="96405"/>
  </p:normalViewPr>
  <p:slideViewPr>
    <p:cSldViewPr snapToGrid="0" snapToObjects="1" showGuides="1">
      <p:cViewPr varScale="1">
        <p:scale>
          <a:sx n="95" d="100"/>
          <a:sy n="95" d="100"/>
        </p:scale>
        <p:origin x="82" y="1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Grid="0" snapToObjects="1" showGuides="1">
      <p:cViewPr varScale="1">
        <p:scale>
          <a:sx n="73" d="100"/>
          <a:sy n="73" d="100"/>
        </p:scale>
        <p:origin x="2899" y="53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223" Type="http://schemas.openxmlformats.org/officeDocument/2006/relationships/notesMaster" Target="notesMasters/notesMaster1.xml"/><Relationship Id="rId224" Type="http://schemas.openxmlformats.org/officeDocument/2006/relationships/handoutMaster" Target="handoutMasters/handoutMaster1.xml"/><Relationship Id="rId225" Type="http://schemas.openxmlformats.org/officeDocument/2006/relationships/presProps" Target="presProps.xml"/><Relationship Id="rId226" Type="http://schemas.openxmlformats.org/officeDocument/2006/relationships/viewProps" Target="viewProps.xml"/><Relationship Id="rId227" Type="http://schemas.openxmlformats.org/officeDocument/2006/relationships/theme" Target="theme/theme1.xml"/><Relationship Id="rId22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xmlns="" id="{24D2E7AA-A8FE-459D-993C-81E8D45161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70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9B444007-A436-4788-8185-71029475E5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8645" y="0"/>
            <a:ext cx="2944283" cy="4970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CB04CF-10EB-49D3-A456-C11D4112406E}" type="datetimeFigureOut">
              <a:rPr lang="ru-RU" smtClean="0"/>
              <a:t>11.01.2024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E1FE91A4-FECE-4F68-A9A1-275B3AB70FA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08981"/>
            <a:ext cx="2944283" cy="49701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BD6BF8C3-BBC8-4BCD-8C15-39532F9A57B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8645" y="9408981"/>
            <a:ext cx="2944283" cy="49701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B11708-EE51-427F-B6FB-429F219F17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26770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70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70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751E12-4C33-B841-8182-CF3E08C6D0D9}" type="datetimeFigureOut">
              <a:rPr lang="ru-RU" smtClean="0"/>
              <a:t>11.01.2024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450" y="4767262"/>
            <a:ext cx="5435600" cy="39004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44283" cy="49701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48645" y="9408981"/>
            <a:ext cx="2944283" cy="49701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63736A-7173-9C43-8E8D-FA99937EA5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6285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47.svg"/><Relationship Id="rId6" Type="http://schemas.openxmlformats.org/officeDocument/2006/relationships/image" Target="../media/image1095.svg"/><Relationship Id="rId14" Type="http://schemas.openxmlformats.org/officeDocument/2006/relationships/image" Target="../media/image935.svg"/><Relationship Id="rId15" Type="http://schemas.openxmlformats.org/officeDocument/2006/relationships/image" Target="../media/image4.png"/><Relationship Id="rId27" Type="http://schemas.openxmlformats.org/officeDocument/2006/relationships/image" Target="../media/image703.svg"/><Relationship Id="rId34" Type="http://schemas.openxmlformats.org/officeDocument/2006/relationships/image" Target="../media/image1003.svg"/><Relationship Id="rId35" Type="http://schemas.openxmlformats.org/officeDocument/2006/relationships/image" Target="../media/image5.png"/><Relationship Id="rId36" Type="http://schemas.openxmlformats.org/officeDocument/2006/relationships/image" Target="../media/image6.png"/><Relationship Id="rId40" Type="http://schemas.openxmlformats.org/officeDocument/2006/relationships/image" Target="../media/image1129.svg"/><Relationship Id="rId50" Type="http://schemas.openxmlformats.org/officeDocument/2006/relationships/image" Target="../media/image153.svg"/><Relationship Id="rId51" Type="http://schemas.openxmlformats.org/officeDocument/2006/relationships/image" Target="../media/image7.png"/><Relationship Id="rId52" Type="http://schemas.openxmlformats.org/officeDocument/2006/relationships/image" Target="../media/image1139.svg"/><Relationship Id="rId53" Type="http://schemas.openxmlformats.org/officeDocument/2006/relationships/image" Target="../media/image8.png"/><Relationship Id="rId54" Type="http://schemas.openxmlformats.org/officeDocument/2006/relationships/image" Target="../media/image9.png"/><Relationship Id="rId55" Type="http://schemas.openxmlformats.org/officeDocument/2006/relationships/image" Target="../media/image10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47.svg"/><Relationship Id="rId6" Type="http://schemas.openxmlformats.org/officeDocument/2006/relationships/image" Target="../media/image1095.svg"/><Relationship Id="rId14" Type="http://schemas.openxmlformats.org/officeDocument/2006/relationships/image" Target="../media/image935.svg"/><Relationship Id="rId15" Type="http://schemas.openxmlformats.org/officeDocument/2006/relationships/image" Target="../media/image4.png"/><Relationship Id="rId27" Type="http://schemas.openxmlformats.org/officeDocument/2006/relationships/image" Target="../media/image703.svg"/><Relationship Id="rId34" Type="http://schemas.openxmlformats.org/officeDocument/2006/relationships/image" Target="../media/image1003.svg"/><Relationship Id="rId35" Type="http://schemas.openxmlformats.org/officeDocument/2006/relationships/image" Target="../media/image5.png"/><Relationship Id="rId36" Type="http://schemas.openxmlformats.org/officeDocument/2006/relationships/image" Target="../media/image6.png"/><Relationship Id="rId40" Type="http://schemas.openxmlformats.org/officeDocument/2006/relationships/image" Target="../media/image1129.svg"/><Relationship Id="rId50" Type="http://schemas.openxmlformats.org/officeDocument/2006/relationships/image" Target="../media/image153.svg"/><Relationship Id="rId51" Type="http://schemas.openxmlformats.org/officeDocument/2006/relationships/image" Target="../media/image7.png"/><Relationship Id="rId52" Type="http://schemas.openxmlformats.org/officeDocument/2006/relationships/image" Target="../media/image1139.svg"/><Relationship Id="rId53" Type="http://schemas.openxmlformats.org/officeDocument/2006/relationships/image" Target="../media/image8.png"/><Relationship Id="rId54" Type="http://schemas.openxmlformats.org/officeDocument/2006/relationships/image" Target="../media/image9.png"/><Relationship Id="rId55" Type="http://schemas.openxmlformats.org/officeDocument/2006/relationships/image" Target="../media/image10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47.svg"/><Relationship Id="rId6" Type="http://schemas.openxmlformats.org/officeDocument/2006/relationships/image" Target="../media/image1095.svg"/><Relationship Id="rId14" Type="http://schemas.openxmlformats.org/officeDocument/2006/relationships/image" Target="../media/image935.svg"/><Relationship Id="rId15" Type="http://schemas.openxmlformats.org/officeDocument/2006/relationships/image" Target="../media/image4.png"/><Relationship Id="rId27" Type="http://schemas.openxmlformats.org/officeDocument/2006/relationships/image" Target="../media/image703.svg"/><Relationship Id="rId34" Type="http://schemas.openxmlformats.org/officeDocument/2006/relationships/image" Target="../media/image1003.svg"/><Relationship Id="rId35" Type="http://schemas.openxmlformats.org/officeDocument/2006/relationships/image" Target="../media/image5.png"/><Relationship Id="rId36" Type="http://schemas.openxmlformats.org/officeDocument/2006/relationships/image" Target="../media/image6.png"/><Relationship Id="rId40" Type="http://schemas.openxmlformats.org/officeDocument/2006/relationships/image" Target="../media/image1129.svg"/><Relationship Id="rId50" Type="http://schemas.openxmlformats.org/officeDocument/2006/relationships/image" Target="../media/image153.svg"/><Relationship Id="rId51" Type="http://schemas.openxmlformats.org/officeDocument/2006/relationships/image" Target="../media/image7.png"/><Relationship Id="rId52" Type="http://schemas.openxmlformats.org/officeDocument/2006/relationships/image" Target="../media/image1139.svg"/><Relationship Id="rId53" Type="http://schemas.openxmlformats.org/officeDocument/2006/relationships/image" Target="../media/image8.png"/><Relationship Id="rId54" Type="http://schemas.openxmlformats.org/officeDocument/2006/relationships/image" Target="../media/image9.png"/><Relationship Id="rId55" Type="http://schemas.openxmlformats.org/officeDocument/2006/relationships/image" Target="../media/image10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47.svg"/><Relationship Id="rId6" Type="http://schemas.openxmlformats.org/officeDocument/2006/relationships/image" Target="../media/image1095.svg"/><Relationship Id="rId14" Type="http://schemas.openxmlformats.org/officeDocument/2006/relationships/image" Target="../media/image935.svg"/><Relationship Id="rId15" Type="http://schemas.openxmlformats.org/officeDocument/2006/relationships/image" Target="../media/image4.png"/><Relationship Id="rId27" Type="http://schemas.openxmlformats.org/officeDocument/2006/relationships/image" Target="../media/image703.svg"/><Relationship Id="rId34" Type="http://schemas.openxmlformats.org/officeDocument/2006/relationships/image" Target="../media/image1003.svg"/><Relationship Id="rId35" Type="http://schemas.openxmlformats.org/officeDocument/2006/relationships/image" Target="../media/image5.png"/><Relationship Id="rId36" Type="http://schemas.openxmlformats.org/officeDocument/2006/relationships/image" Target="../media/image6.png"/><Relationship Id="rId40" Type="http://schemas.openxmlformats.org/officeDocument/2006/relationships/image" Target="../media/image1129.svg"/><Relationship Id="rId50" Type="http://schemas.openxmlformats.org/officeDocument/2006/relationships/image" Target="../media/image153.svg"/><Relationship Id="rId51" Type="http://schemas.openxmlformats.org/officeDocument/2006/relationships/image" Target="../media/image7.png"/><Relationship Id="rId52" Type="http://schemas.openxmlformats.org/officeDocument/2006/relationships/image" Target="../media/image1139.svg"/><Relationship Id="rId53" Type="http://schemas.openxmlformats.org/officeDocument/2006/relationships/image" Target="../media/image8.png"/><Relationship Id="rId54" Type="http://schemas.openxmlformats.org/officeDocument/2006/relationships/image" Target="../media/image9.png"/><Relationship Id="rId55" Type="http://schemas.openxmlformats.org/officeDocument/2006/relationships/image" Target="../media/image10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5" Type="http://schemas.openxmlformats.org/officeDocument/2006/relationships/image" Target="../media/image747.svg"/><Relationship Id="rId6" Type="http://schemas.openxmlformats.org/officeDocument/2006/relationships/image" Target="../media/image1095.svg"/><Relationship Id="rId14" Type="http://schemas.openxmlformats.org/officeDocument/2006/relationships/image" Target="../media/image935.svg"/><Relationship Id="rId15" Type="http://schemas.openxmlformats.org/officeDocument/2006/relationships/image" Target="../media/image4.png"/><Relationship Id="rId27" Type="http://schemas.openxmlformats.org/officeDocument/2006/relationships/image" Target="../media/image703.svg"/><Relationship Id="rId34" Type="http://schemas.openxmlformats.org/officeDocument/2006/relationships/image" Target="../media/image1003.svg"/><Relationship Id="rId35" Type="http://schemas.openxmlformats.org/officeDocument/2006/relationships/image" Target="../media/image5.png"/><Relationship Id="rId36" Type="http://schemas.openxmlformats.org/officeDocument/2006/relationships/image" Target="../media/image6.png"/><Relationship Id="rId40" Type="http://schemas.openxmlformats.org/officeDocument/2006/relationships/image" Target="../media/image1129.svg"/><Relationship Id="rId50" Type="http://schemas.openxmlformats.org/officeDocument/2006/relationships/image" Target="../media/image153.svg"/><Relationship Id="rId51" Type="http://schemas.openxmlformats.org/officeDocument/2006/relationships/image" Target="../media/image7.png"/><Relationship Id="rId52" Type="http://schemas.openxmlformats.org/officeDocument/2006/relationships/image" Target="../media/image1139.svg"/><Relationship Id="rId53" Type="http://schemas.openxmlformats.org/officeDocument/2006/relationships/image" Target="../media/image8.png"/><Relationship Id="rId54" Type="http://schemas.openxmlformats.org/officeDocument/2006/relationships/image" Target="../media/image9.png"/><Relationship Id="rId55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5" Type="http://schemas.openxmlformats.org/officeDocument/2006/relationships/image" Target="../media/image747.svg"/><Relationship Id="rId6" Type="http://schemas.openxmlformats.org/officeDocument/2006/relationships/image" Target="../media/image1095.svg"/><Relationship Id="rId14" Type="http://schemas.openxmlformats.org/officeDocument/2006/relationships/image" Target="../media/image935.svg"/><Relationship Id="rId15" Type="http://schemas.openxmlformats.org/officeDocument/2006/relationships/image" Target="../media/image4.png"/><Relationship Id="rId27" Type="http://schemas.openxmlformats.org/officeDocument/2006/relationships/image" Target="../media/image703.svg"/><Relationship Id="rId34" Type="http://schemas.openxmlformats.org/officeDocument/2006/relationships/image" Target="../media/image1003.svg"/><Relationship Id="rId35" Type="http://schemas.openxmlformats.org/officeDocument/2006/relationships/image" Target="../media/image5.png"/><Relationship Id="rId36" Type="http://schemas.openxmlformats.org/officeDocument/2006/relationships/image" Target="../media/image6.png"/><Relationship Id="rId40" Type="http://schemas.openxmlformats.org/officeDocument/2006/relationships/image" Target="../media/image1129.svg"/><Relationship Id="rId50" Type="http://schemas.openxmlformats.org/officeDocument/2006/relationships/image" Target="../media/image153.svg"/><Relationship Id="rId51" Type="http://schemas.openxmlformats.org/officeDocument/2006/relationships/image" Target="../media/image7.png"/><Relationship Id="rId52" Type="http://schemas.openxmlformats.org/officeDocument/2006/relationships/image" Target="../media/image1139.svg"/><Relationship Id="rId53" Type="http://schemas.openxmlformats.org/officeDocument/2006/relationships/image" Target="../media/image8.png"/><Relationship Id="rId54" Type="http://schemas.openxmlformats.org/officeDocument/2006/relationships/image" Target="../media/image9.png"/><Relationship Id="rId55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47.svg"/><Relationship Id="rId6" Type="http://schemas.openxmlformats.org/officeDocument/2006/relationships/image" Target="../media/image1095.svg"/><Relationship Id="rId14" Type="http://schemas.openxmlformats.org/officeDocument/2006/relationships/image" Target="../media/image935.svg"/><Relationship Id="rId15" Type="http://schemas.openxmlformats.org/officeDocument/2006/relationships/image" Target="../media/image4.png"/><Relationship Id="rId27" Type="http://schemas.openxmlformats.org/officeDocument/2006/relationships/image" Target="../media/image703.svg"/><Relationship Id="rId34" Type="http://schemas.openxmlformats.org/officeDocument/2006/relationships/image" Target="../media/image1003.svg"/><Relationship Id="rId35" Type="http://schemas.openxmlformats.org/officeDocument/2006/relationships/image" Target="../media/image5.png"/><Relationship Id="rId36" Type="http://schemas.openxmlformats.org/officeDocument/2006/relationships/image" Target="../media/image6.png"/><Relationship Id="rId40" Type="http://schemas.openxmlformats.org/officeDocument/2006/relationships/image" Target="../media/image1129.svg"/><Relationship Id="rId50" Type="http://schemas.openxmlformats.org/officeDocument/2006/relationships/image" Target="../media/image153.svg"/><Relationship Id="rId51" Type="http://schemas.openxmlformats.org/officeDocument/2006/relationships/image" Target="../media/image7.png"/><Relationship Id="rId52" Type="http://schemas.openxmlformats.org/officeDocument/2006/relationships/image" Target="../media/image1139.svg"/><Relationship Id="rId53" Type="http://schemas.openxmlformats.org/officeDocument/2006/relationships/image" Target="../media/image8.png"/><Relationship Id="rId54" Type="http://schemas.openxmlformats.org/officeDocument/2006/relationships/image" Target="../media/image9.png"/><Relationship Id="rId55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47.svg"/><Relationship Id="rId6" Type="http://schemas.openxmlformats.org/officeDocument/2006/relationships/image" Target="../media/image1095.svg"/><Relationship Id="rId14" Type="http://schemas.openxmlformats.org/officeDocument/2006/relationships/image" Target="../media/image935.svg"/><Relationship Id="rId15" Type="http://schemas.openxmlformats.org/officeDocument/2006/relationships/image" Target="../media/image4.png"/><Relationship Id="rId27" Type="http://schemas.openxmlformats.org/officeDocument/2006/relationships/image" Target="../media/image703.svg"/><Relationship Id="rId34" Type="http://schemas.openxmlformats.org/officeDocument/2006/relationships/image" Target="../media/image1003.svg"/><Relationship Id="rId35" Type="http://schemas.openxmlformats.org/officeDocument/2006/relationships/image" Target="../media/image5.png"/><Relationship Id="rId36" Type="http://schemas.openxmlformats.org/officeDocument/2006/relationships/image" Target="../media/image6.png"/><Relationship Id="rId40" Type="http://schemas.openxmlformats.org/officeDocument/2006/relationships/image" Target="../media/image1129.svg"/><Relationship Id="rId50" Type="http://schemas.openxmlformats.org/officeDocument/2006/relationships/image" Target="../media/image153.svg"/><Relationship Id="rId51" Type="http://schemas.openxmlformats.org/officeDocument/2006/relationships/image" Target="../media/image7.png"/><Relationship Id="rId52" Type="http://schemas.openxmlformats.org/officeDocument/2006/relationships/image" Target="../media/image1139.svg"/><Relationship Id="rId53" Type="http://schemas.openxmlformats.org/officeDocument/2006/relationships/image" Target="../media/image8.png"/><Relationship Id="rId54" Type="http://schemas.openxmlformats.org/officeDocument/2006/relationships/image" Target="../media/image9.png"/><Relationship Id="rId55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1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1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1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1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1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1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ик_ Узкая графика">
    <p:bg>
      <p:bgPr>
        <a:solidFill>
          <a:srgbClr val="2355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950" y="508879"/>
            <a:ext cx="3792505" cy="5544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8217" y="0"/>
            <a:ext cx="2943783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51310CF2-2C31-E843-9AEE-3648BB79F81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463088" y="5103813"/>
            <a:ext cx="609600" cy="6096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B86DB9F4-BA36-4F42-A54F-3534C19F4149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0415308" y="6065519"/>
            <a:ext cx="609600" cy="6096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3E525C86-8D5C-D74C-9295-3E5DB13F681A}"/>
              </a:ext>
            </a:extLst>
          </p:cNvPr>
          <p:cNvPicPr>
            <a:picLocks noChangeAspect="1"/>
          </p:cNvPicPr>
          <p:nvPr userDrawn="1"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07775" y="260350"/>
            <a:ext cx="576000" cy="576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D785BB84-B6AD-49B5-B69E-B2789543CF4B}"/>
              </a:ext>
            </a:extLst>
          </p:cNvPr>
          <p:cNvPicPr>
            <a:picLocks noChangeAspect="1"/>
          </p:cNvPicPr>
          <p:nvPr userDrawn="1"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385887" y="2105932"/>
            <a:ext cx="736600" cy="7366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7DE01EFB-D7C7-478B-BD0D-BC614859338A}"/>
              </a:ext>
            </a:extLst>
          </p:cNvPr>
          <p:cNvPicPr>
            <a:picLocks noChangeAspect="1"/>
          </p:cNvPicPr>
          <p:nvPr userDrawn="1"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9385887" y="185950"/>
            <a:ext cx="684000" cy="684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B14444A9-E9E9-5E46-BBC5-6B29F673AF6F}"/>
              </a:ext>
            </a:extLst>
          </p:cNvPr>
          <p:cNvPicPr>
            <a:picLocks noChangeAspect="1"/>
          </p:cNvPicPr>
          <p:nvPr userDrawn="1"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52575" y="5097093"/>
            <a:ext cx="720000" cy="7200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="" xmlns:a16="http://schemas.microsoft.com/office/drawing/2014/main" id="{2C6560A1-745D-C84B-8E64-4A493417E932}"/>
              </a:ext>
            </a:extLst>
          </p:cNvPr>
          <p:cNvPicPr>
            <a:picLocks noChangeAspect="1"/>
          </p:cNvPicPr>
          <p:nvPr userDrawn="1"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1417935" y="1196675"/>
            <a:ext cx="648000" cy="6480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="" xmlns:a16="http://schemas.microsoft.com/office/drawing/2014/main" id="{B0424AAD-785A-4686-B109-EFE01DC52D23}"/>
              </a:ext>
            </a:extLst>
          </p:cNvPr>
          <p:cNvPicPr>
            <a:picLocks noChangeAspect="1"/>
          </p:cNvPicPr>
          <p:nvPr userDrawn="1"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0405148" y="3124200"/>
            <a:ext cx="684000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732513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ик_ Широкая графика">
    <p:bg>
      <p:bgPr>
        <a:solidFill>
          <a:srgbClr val="2355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950" y="508879"/>
            <a:ext cx="3792505" cy="5544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8217" y="0"/>
            <a:ext cx="2943783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51310CF2-2C31-E843-9AEE-3648BB79F81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463088" y="5103813"/>
            <a:ext cx="609600" cy="6096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B86DB9F4-BA36-4F42-A54F-3534C19F4149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0415308" y="6065519"/>
            <a:ext cx="609600" cy="6096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3E525C86-8D5C-D74C-9295-3E5DB13F681A}"/>
              </a:ext>
            </a:extLst>
          </p:cNvPr>
          <p:cNvPicPr>
            <a:picLocks noChangeAspect="1"/>
          </p:cNvPicPr>
          <p:nvPr userDrawn="1"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07775" y="260350"/>
            <a:ext cx="576000" cy="576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D785BB84-B6AD-49B5-B69E-B2789543CF4B}"/>
              </a:ext>
            </a:extLst>
          </p:cNvPr>
          <p:cNvPicPr>
            <a:picLocks noChangeAspect="1"/>
          </p:cNvPicPr>
          <p:nvPr userDrawn="1"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385887" y="2105932"/>
            <a:ext cx="736600" cy="7366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7DE01EFB-D7C7-478B-BD0D-BC614859338A}"/>
              </a:ext>
            </a:extLst>
          </p:cNvPr>
          <p:cNvPicPr>
            <a:picLocks noChangeAspect="1"/>
          </p:cNvPicPr>
          <p:nvPr userDrawn="1"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9385887" y="185950"/>
            <a:ext cx="684000" cy="684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B14444A9-E9E9-5E46-BBC5-6B29F673AF6F}"/>
              </a:ext>
            </a:extLst>
          </p:cNvPr>
          <p:cNvPicPr>
            <a:picLocks noChangeAspect="1"/>
          </p:cNvPicPr>
          <p:nvPr userDrawn="1"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52575" y="5097093"/>
            <a:ext cx="720000" cy="7200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="" xmlns:a16="http://schemas.microsoft.com/office/drawing/2014/main" id="{2C6560A1-745D-C84B-8E64-4A493417E932}"/>
              </a:ext>
            </a:extLst>
          </p:cNvPr>
          <p:cNvPicPr>
            <a:picLocks noChangeAspect="1"/>
          </p:cNvPicPr>
          <p:nvPr userDrawn="1"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1417935" y="1196675"/>
            <a:ext cx="648000" cy="6480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="" xmlns:a16="http://schemas.microsoft.com/office/drawing/2014/main" id="{B0424AAD-785A-4686-B109-EFE01DC52D23}"/>
              </a:ext>
            </a:extLst>
          </p:cNvPr>
          <p:cNvPicPr>
            <a:picLocks noChangeAspect="1"/>
          </p:cNvPicPr>
          <p:nvPr userDrawn="1"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0405148" y="3124200"/>
            <a:ext cx="684000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788601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ик_ Узкая графика_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950" y="508879"/>
            <a:ext cx="3792505" cy="55440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8217" y="0"/>
            <a:ext cx="2943783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51310CF2-2C31-E843-9AEE-3648BB79F81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463088" y="5103813"/>
            <a:ext cx="609600" cy="6096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B86DB9F4-BA36-4F42-A54F-3534C19F4149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0415308" y="6065519"/>
            <a:ext cx="609600" cy="6096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3E525C86-8D5C-D74C-9295-3E5DB13F681A}"/>
              </a:ext>
            </a:extLst>
          </p:cNvPr>
          <p:cNvPicPr>
            <a:picLocks noChangeAspect="1"/>
          </p:cNvPicPr>
          <p:nvPr userDrawn="1"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07775" y="260350"/>
            <a:ext cx="576000" cy="576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D785BB84-B6AD-49B5-B69E-B2789543CF4B}"/>
              </a:ext>
            </a:extLst>
          </p:cNvPr>
          <p:cNvPicPr>
            <a:picLocks noChangeAspect="1"/>
          </p:cNvPicPr>
          <p:nvPr userDrawn="1"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385887" y="2105932"/>
            <a:ext cx="736600" cy="7366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7DE01EFB-D7C7-478B-BD0D-BC614859338A}"/>
              </a:ext>
            </a:extLst>
          </p:cNvPr>
          <p:cNvPicPr>
            <a:picLocks noChangeAspect="1"/>
          </p:cNvPicPr>
          <p:nvPr userDrawn="1"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9385887" y="185950"/>
            <a:ext cx="684000" cy="684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B14444A9-E9E9-5E46-BBC5-6B29F673AF6F}"/>
              </a:ext>
            </a:extLst>
          </p:cNvPr>
          <p:cNvPicPr>
            <a:picLocks noChangeAspect="1"/>
          </p:cNvPicPr>
          <p:nvPr userDrawn="1"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52575" y="5097093"/>
            <a:ext cx="720000" cy="7200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="" xmlns:a16="http://schemas.microsoft.com/office/drawing/2014/main" id="{2C6560A1-745D-C84B-8E64-4A493417E932}"/>
              </a:ext>
            </a:extLst>
          </p:cNvPr>
          <p:cNvPicPr>
            <a:picLocks noChangeAspect="1"/>
          </p:cNvPicPr>
          <p:nvPr userDrawn="1"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1417935" y="1196675"/>
            <a:ext cx="648000" cy="6480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="" xmlns:a16="http://schemas.microsoft.com/office/drawing/2014/main" id="{B0424AAD-785A-4686-B109-EFE01DC52D23}"/>
              </a:ext>
            </a:extLst>
          </p:cNvPr>
          <p:cNvPicPr>
            <a:picLocks noChangeAspect="1"/>
          </p:cNvPicPr>
          <p:nvPr userDrawn="1"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0405148" y="3124200"/>
            <a:ext cx="684000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34605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ик_ Широкая графика_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950" y="508879"/>
            <a:ext cx="3792505" cy="5544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8217" y="0"/>
            <a:ext cx="2943783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51310CF2-2C31-E843-9AEE-3648BB79F81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463088" y="5103813"/>
            <a:ext cx="609600" cy="6096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B86DB9F4-BA36-4F42-A54F-3534C19F4149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0415308" y="6065519"/>
            <a:ext cx="609600" cy="6096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3E525C86-8D5C-D74C-9295-3E5DB13F681A}"/>
              </a:ext>
            </a:extLst>
          </p:cNvPr>
          <p:cNvPicPr>
            <a:picLocks noChangeAspect="1"/>
          </p:cNvPicPr>
          <p:nvPr userDrawn="1"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07775" y="260350"/>
            <a:ext cx="576000" cy="576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D785BB84-B6AD-49B5-B69E-B2789543CF4B}"/>
              </a:ext>
            </a:extLst>
          </p:cNvPr>
          <p:cNvPicPr>
            <a:picLocks noChangeAspect="1"/>
          </p:cNvPicPr>
          <p:nvPr userDrawn="1"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385887" y="2105932"/>
            <a:ext cx="736600" cy="7366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7DE01EFB-D7C7-478B-BD0D-BC614859338A}"/>
              </a:ext>
            </a:extLst>
          </p:cNvPr>
          <p:cNvPicPr>
            <a:picLocks noChangeAspect="1"/>
          </p:cNvPicPr>
          <p:nvPr userDrawn="1"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9385887" y="185950"/>
            <a:ext cx="684000" cy="684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B14444A9-E9E9-5E46-BBC5-6B29F673AF6F}"/>
              </a:ext>
            </a:extLst>
          </p:cNvPr>
          <p:cNvPicPr>
            <a:picLocks noChangeAspect="1"/>
          </p:cNvPicPr>
          <p:nvPr userDrawn="1"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52575" y="5097093"/>
            <a:ext cx="720000" cy="720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2C6560A1-745D-C84B-8E64-4A493417E932}"/>
              </a:ext>
            </a:extLst>
          </p:cNvPr>
          <p:cNvPicPr>
            <a:picLocks noChangeAspect="1"/>
          </p:cNvPicPr>
          <p:nvPr userDrawn="1"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1417935" y="1196675"/>
            <a:ext cx="648000" cy="6480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="" xmlns:a16="http://schemas.microsoft.com/office/drawing/2014/main" id="{B0424AAD-785A-4686-B109-EFE01DC52D23}"/>
              </a:ext>
            </a:extLst>
          </p:cNvPr>
          <p:cNvPicPr>
            <a:picLocks noChangeAspect="1"/>
          </p:cNvPicPr>
          <p:nvPr userDrawn="1"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0405148" y="3124200"/>
            <a:ext cx="684000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012225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в одну строк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531462" y="560299"/>
            <a:ext cx="573824" cy="540000"/>
          </a:xfrm>
          <a:prstGeom prst="rect">
            <a:avLst/>
          </a:prstGeom>
        </p:spPr>
      </p:pic>
      <p:sp>
        <p:nvSpPr>
          <p:cNvPr id="12" name="Текст 11">
            <a:extLst>
              <a:ext uri="{FF2B5EF4-FFF2-40B4-BE49-F238E27FC236}">
                <a16:creationId xmlns:a16="http://schemas.microsoft.com/office/drawing/2014/main" xmlns="" id="{BE24BDD4-97EB-49BA-9A0F-A3470B71AC5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6197" y="262556"/>
            <a:ext cx="84600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rgbClr val="000000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68431942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5" pos="3840">
          <p15:clr>
            <a:srgbClr val="A4A3A4"/>
          </p15:clr>
        </p15:guide>
        <p15:guide id="6" pos="30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Заголовок в одну строку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531462" y="560299"/>
            <a:ext cx="573824" cy="540000"/>
          </a:xfrm>
          <a:prstGeom prst="rect">
            <a:avLst/>
          </a:prstGeom>
        </p:spPr>
      </p:pic>
      <p:sp>
        <p:nvSpPr>
          <p:cNvPr id="12" name="Текст 11">
            <a:extLst>
              <a:ext uri="{FF2B5EF4-FFF2-40B4-BE49-F238E27FC236}">
                <a16:creationId xmlns:a16="http://schemas.microsoft.com/office/drawing/2014/main" xmlns="" id="{BE24BDD4-97EB-49BA-9A0F-A3470B71AC5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6197" y="262556"/>
            <a:ext cx="84600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83202999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5" pos="3840">
          <p15:clr>
            <a:srgbClr val="A4A3A4"/>
          </p15:clr>
        </p15:guide>
        <p15:guide id="6" pos="30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акты_без лого/заголовка_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8217" y="0"/>
            <a:ext cx="2943783" cy="68580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51310CF2-2C31-E843-9AEE-3648BB79F81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463088" y="5103813"/>
            <a:ext cx="609600" cy="6096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B86DB9F4-BA36-4F42-A54F-3534C19F4149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0415308" y="6065519"/>
            <a:ext cx="609600" cy="6096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3E525C86-8D5C-D74C-9295-3E5DB13F681A}"/>
              </a:ext>
            </a:extLst>
          </p:cNvPr>
          <p:cNvPicPr>
            <a:picLocks noChangeAspect="1"/>
          </p:cNvPicPr>
          <p:nvPr userDrawn="1"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07775" y="260350"/>
            <a:ext cx="576000" cy="576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D785BB84-B6AD-49B5-B69E-B2789543CF4B}"/>
              </a:ext>
            </a:extLst>
          </p:cNvPr>
          <p:cNvPicPr>
            <a:picLocks noChangeAspect="1"/>
          </p:cNvPicPr>
          <p:nvPr userDrawn="1"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385887" y="2105932"/>
            <a:ext cx="736600" cy="7366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7DE01EFB-D7C7-478B-BD0D-BC614859338A}"/>
              </a:ext>
            </a:extLst>
          </p:cNvPr>
          <p:cNvPicPr>
            <a:picLocks noChangeAspect="1"/>
          </p:cNvPicPr>
          <p:nvPr userDrawn="1"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9385887" y="185950"/>
            <a:ext cx="684000" cy="684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B14444A9-E9E9-5E46-BBC5-6B29F673AF6F}"/>
              </a:ext>
            </a:extLst>
          </p:cNvPr>
          <p:cNvPicPr>
            <a:picLocks noChangeAspect="1"/>
          </p:cNvPicPr>
          <p:nvPr userDrawn="1"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52575" y="5097093"/>
            <a:ext cx="720000" cy="720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2C6560A1-745D-C84B-8E64-4A493417E932}"/>
              </a:ext>
            </a:extLst>
          </p:cNvPr>
          <p:cNvPicPr>
            <a:picLocks noChangeAspect="1"/>
          </p:cNvPicPr>
          <p:nvPr userDrawn="1"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1417935" y="1196675"/>
            <a:ext cx="648000" cy="648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B0424AAD-785A-4686-B109-EFE01DC52D23}"/>
              </a:ext>
            </a:extLst>
          </p:cNvPr>
          <p:cNvPicPr>
            <a:picLocks noChangeAspect="1"/>
          </p:cNvPicPr>
          <p:nvPr userDrawn="1"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0405148" y="3124200"/>
            <a:ext cx="684000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769378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акты_без лого/заголовка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8217" y="0"/>
            <a:ext cx="2943783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51310CF2-2C31-E843-9AEE-3648BB79F81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463088" y="5103813"/>
            <a:ext cx="609600" cy="6096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B86DB9F4-BA36-4F42-A54F-3534C19F4149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0415308" y="6065519"/>
            <a:ext cx="609600" cy="6096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3E525C86-8D5C-D74C-9295-3E5DB13F681A}"/>
              </a:ext>
            </a:extLst>
          </p:cNvPr>
          <p:cNvPicPr>
            <a:picLocks noChangeAspect="1"/>
          </p:cNvPicPr>
          <p:nvPr userDrawn="1"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07775" y="260350"/>
            <a:ext cx="576000" cy="576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D785BB84-B6AD-49B5-B69E-B2789543CF4B}"/>
              </a:ext>
            </a:extLst>
          </p:cNvPr>
          <p:cNvPicPr>
            <a:picLocks noChangeAspect="1"/>
          </p:cNvPicPr>
          <p:nvPr userDrawn="1"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385887" y="2105932"/>
            <a:ext cx="736600" cy="7366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7DE01EFB-D7C7-478B-BD0D-BC614859338A}"/>
              </a:ext>
            </a:extLst>
          </p:cNvPr>
          <p:cNvPicPr>
            <a:picLocks noChangeAspect="1"/>
          </p:cNvPicPr>
          <p:nvPr userDrawn="1"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9385887" y="185950"/>
            <a:ext cx="684000" cy="684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B14444A9-E9E9-5E46-BBC5-6B29F673AF6F}"/>
              </a:ext>
            </a:extLst>
          </p:cNvPr>
          <p:cNvPicPr>
            <a:picLocks noChangeAspect="1"/>
          </p:cNvPicPr>
          <p:nvPr userDrawn="1"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52575" y="5097093"/>
            <a:ext cx="720000" cy="720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2C6560A1-745D-C84B-8E64-4A493417E932}"/>
              </a:ext>
            </a:extLst>
          </p:cNvPr>
          <p:cNvPicPr>
            <a:picLocks noChangeAspect="1"/>
          </p:cNvPicPr>
          <p:nvPr userDrawn="1"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1417935" y="1196675"/>
            <a:ext cx="648000" cy="6480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="" xmlns:a16="http://schemas.microsoft.com/office/drawing/2014/main" id="{B0424AAD-785A-4686-B109-EFE01DC52D23}"/>
              </a:ext>
            </a:extLst>
          </p:cNvPr>
          <p:cNvPicPr>
            <a:picLocks noChangeAspect="1"/>
          </p:cNvPicPr>
          <p:nvPr userDrawn="1"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0405148" y="3124200"/>
            <a:ext cx="684000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33819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Раздел 2">
    <p:bg>
      <p:bgPr>
        <a:solidFill>
          <a:srgbClr val="2355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1027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Раздел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215427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 нумерацией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F7F824F5-4A00-463B-A7A0-A2CE362E79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8B0AD-5B62-496D-B546-DCABAD799B7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724122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Фон с нумерацией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F7F824F5-4A00-463B-A7A0-A2CE362E79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8B0AD-5B62-496D-B546-DCABAD799B7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829680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 нумерацией">
    <p:bg>
      <p:bgPr>
        <a:solidFill>
          <a:srgbClr val="2355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xmlns="" id="{AE3F024E-E13D-4715-AA4D-FE61F1F71E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8B38B0AD-5B62-496D-B546-DCABAD799B7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137248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Раздел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950" y="320343"/>
            <a:ext cx="2462666" cy="36000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8217" y="0"/>
            <a:ext cx="2943783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51310CF2-2C31-E843-9AEE-3648BB79F81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463088" y="5103813"/>
            <a:ext cx="609600" cy="6096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B86DB9F4-BA36-4F42-A54F-3534C19F4149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0415308" y="6065519"/>
            <a:ext cx="609600" cy="6096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3E525C86-8D5C-D74C-9295-3E5DB13F681A}"/>
              </a:ext>
            </a:extLst>
          </p:cNvPr>
          <p:cNvPicPr>
            <a:picLocks noChangeAspect="1"/>
          </p:cNvPicPr>
          <p:nvPr userDrawn="1"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07775" y="260350"/>
            <a:ext cx="576000" cy="576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D785BB84-B6AD-49B5-B69E-B2789543CF4B}"/>
              </a:ext>
            </a:extLst>
          </p:cNvPr>
          <p:cNvPicPr>
            <a:picLocks noChangeAspect="1"/>
          </p:cNvPicPr>
          <p:nvPr userDrawn="1"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385887" y="2105932"/>
            <a:ext cx="736600" cy="7366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7DE01EFB-D7C7-478B-BD0D-BC614859338A}"/>
              </a:ext>
            </a:extLst>
          </p:cNvPr>
          <p:cNvPicPr>
            <a:picLocks noChangeAspect="1"/>
          </p:cNvPicPr>
          <p:nvPr userDrawn="1"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9385887" y="185950"/>
            <a:ext cx="684000" cy="684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B14444A9-E9E9-5E46-BBC5-6B29F673AF6F}"/>
              </a:ext>
            </a:extLst>
          </p:cNvPr>
          <p:cNvPicPr>
            <a:picLocks noChangeAspect="1"/>
          </p:cNvPicPr>
          <p:nvPr userDrawn="1"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52575" y="5097093"/>
            <a:ext cx="720000" cy="7200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="" xmlns:a16="http://schemas.microsoft.com/office/drawing/2014/main" id="{2C6560A1-745D-C84B-8E64-4A493417E932}"/>
              </a:ext>
            </a:extLst>
          </p:cNvPr>
          <p:cNvPicPr>
            <a:picLocks noChangeAspect="1"/>
          </p:cNvPicPr>
          <p:nvPr userDrawn="1"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1417935" y="1196675"/>
            <a:ext cx="648000" cy="6480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="" xmlns:a16="http://schemas.microsoft.com/office/drawing/2014/main" id="{B0424AAD-785A-4686-B109-EFE01DC52D23}"/>
              </a:ext>
            </a:extLst>
          </p:cNvPr>
          <p:cNvPicPr>
            <a:picLocks noChangeAspect="1"/>
          </p:cNvPicPr>
          <p:nvPr userDrawn="1"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0405148" y="3124200"/>
            <a:ext cx="684000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517931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Раздел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950" y="320343"/>
            <a:ext cx="2462666" cy="36000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8217" y="0"/>
            <a:ext cx="2943783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51310CF2-2C31-E843-9AEE-3648BB79F81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463088" y="5103813"/>
            <a:ext cx="609600" cy="6096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B86DB9F4-BA36-4F42-A54F-3534C19F4149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0415308" y="6065519"/>
            <a:ext cx="609600" cy="6096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3E525C86-8D5C-D74C-9295-3E5DB13F681A}"/>
              </a:ext>
            </a:extLst>
          </p:cNvPr>
          <p:cNvPicPr>
            <a:picLocks noChangeAspect="1"/>
          </p:cNvPicPr>
          <p:nvPr userDrawn="1"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07775" y="260350"/>
            <a:ext cx="576000" cy="576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D785BB84-B6AD-49B5-B69E-B2789543CF4B}"/>
              </a:ext>
            </a:extLst>
          </p:cNvPr>
          <p:cNvPicPr>
            <a:picLocks noChangeAspect="1"/>
          </p:cNvPicPr>
          <p:nvPr userDrawn="1"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385887" y="2105932"/>
            <a:ext cx="736600" cy="7366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7DE01EFB-D7C7-478B-BD0D-BC614859338A}"/>
              </a:ext>
            </a:extLst>
          </p:cNvPr>
          <p:cNvPicPr>
            <a:picLocks noChangeAspect="1"/>
          </p:cNvPicPr>
          <p:nvPr userDrawn="1"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9385887" y="185950"/>
            <a:ext cx="684000" cy="684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B14444A9-E9E9-5E46-BBC5-6B29F673AF6F}"/>
              </a:ext>
            </a:extLst>
          </p:cNvPr>
          <p:cNvPicPr>
            <a:picLocks noChangeAspect="1"/>
          </p:cNvPicPr>
          <p:nvPr userDrawn="1"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52575" y="5097093"/>
            <a:ext cx="720000" cy="7200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="" xmlns:a16="http://schemas.microsoft.com/office/drawing/2014/main" id="{2C6560A1-745D-C84B-8E64-4A493417E932}"/>
              </a:ext>
            </a:extLst>
          </p:cNvPr>
          <p:cNvPicPr>
            <a:picLocks noChangeAspect="1"/>
          </p:cNvPicPr>
          <p:nvPr userDrawn="1"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1417935" y="1196675"/>
            <a:ext cx="648000" cy="6480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="" xmlns:a16="http://schemas.microsoft.com/office/drawing/2014/main" id="{B0424AAD-785A-4686-B109-EFE01DC52D23}"/>
              </a:ext>
            </a:extLst>
          </p:cNvPr>
          <p:cNvPicPr>
            <a:picLocks noChangeAspect="1"/>
          </p:cNvPicPr>
          <p:nvPr userDrawn="1"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0405148" y="3124200"/>
            <a:ext cx="684000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889565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в одну строк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6"/>
          <p:cNvSpPr>
            <a:spLocks noGrp="1"/>
          </p:cNvSpPr>
          <p:nvPr>
            <p:ph type="sldNum" sz="quarter" idx="15"/>
          </p:nvPr>
        </p:nvSpPr>
        <p:spPr>
          <a:xfrm>
            <a:off x="11195124" y="6474539"/>
            <a:ext cx="517451" cy="123111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Cera CY" panose="00000500000000000000" pitchFamily="2" charset="-52"/>
              </a:defRPr>
            </a:lvl1pPr>
          </a:lstStyle>
          <a:p>
            <a:fld id="{58A9CFFD-EE99-4E11-B8BC-23AC5DDB75E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531462" y="560299"/>
            <a:ext cx="573824" cy="540000"/>
          </a:xfrm>
          <a:prstGeom prst="rect">
            <a:avLst/>
          </a:prstGeom>
        </p:spPr>
      </p:pic>
      <p:sp>
        <p:nvSpPr>
          <p:cNvPr id="12" name="Текст 11">
            <a:extLst>
              <a:ext uri="{FF2B5EF4-FFF2-40B4-BE49-F238E27FC236}">
                <a16:creationId xmlns:a16="http://schemas.microsoft.com/office/drawing/2014/main" xmlns="" id="{BE24BDD4-97EB-49BA-9A0F-A3470B71AC5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6197" y="262556"/>
            <a:ext cx="84600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rgbClr val="000000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15377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5" pos="3840">
          <p15:clr>
            <a:srgbClr val="A4A3A4"/>
          </p15:clr>
        </p15:guide>
        <p15:guide id="6" pos="30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в одну строку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6"/>
          <p:cNvSpPr>
            <a:spLocks noGrp="1"/>
          </p:cNvSpPr>
          <p:nvPr>
            <p:ph type="sldNum" sz="quarter" idx="15"/>
          </p:nvPr>
        </p:nvSpPr>
        <p:spPr>
          <a:xfrm>
            <a:off x="11195124" y="6474539"/>
            <a:ext cx="517451" cy="123111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Cera CY" panose="00000500000000000000" pitchFamily="2" charset="-52"/>
              </a:defRPr>
            </a:lvl1pPr>
          </a:lstStyle>
          <a:p>
            <a:fld id="{58A9CFFD-EE99-4E11-B8BC-23AC5DDB75E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531462" y="560299"/>
            <a:ext cx="573824" cy="540000"/>
          </a:xfrm>
          <a:prstGeom prst="rect">
            <a:avLst/>
          </a:prstGeom>
        </p:spPr>
      </p:pic>
      <p:sp>
        <p:nvSpPr>
          <p:cNvPr id="12" name="Текст 11">
            <a:extLst>
              <a:ext uri="{FF2B5EF4-FFF2-40B4-BE49-F238E27FC236}">
                <a16:creationId xmlns:a16="http://schemas.microsoft.com/office/drawing/2014/main" xmlns="" id="{BE24BDD4-97EB-49BA-9A0F-A3470B71AC5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6197" y="262556"/>
            <a:ext cx="84600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54952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5" pos="3840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и и данные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6"/>
          <p:cNvSpPr>
            <a:spLocks noGrp="1"/>
          </p:cNvSpPr>
          <p:nvPr>
            <p:ph type="sldNum" sz="quarter" idx="15"/>
          </p:nvPr>
        </p:nvSpPr>
        <p:spPr>
          <a:xfrm>
            <a:off x="11195124" y="6474539"/>
            <a:ext cx="517451" cy="123111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Cera CY" panose="00000500000000000000" pitchFamily="2" charset="-52"/>
              </a:defRPr>
            </a:lvl1pPr>
          </a:lstStyle>
          <a:p>
            <a:fld id="{58A9CFFD-EE99-4E11-B8BC-23AC5DDB75E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531462" y="560299"/>
            <a:ext cx="573824" cy="540000"/>
          </a:xfrm>
          <a:prstGeom prst="rect">
            <a:avLst/>
          </a:prstGeom>
        </p:spPr>
      </p:pic>
      <p:sp>
        <p:nvSpPr>
          <p:cNvPr id="12" name="Текст 11">
            <a:extLst>
              <a:ext uri="{FF2B5EF4-FFF2-40B4-BE49-F238E27FC236}">
                <a16:creationId xmlns:a16="http://schemas.microsoft.com/office/drawing/2014/main" xmlns="" id="{BE24BDD4-97EB-49BA-9A0F-A3470B71AC5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6197" y="262556"/>
            <a:ext cx="84600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rgbClr val="000000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6" name="Прямоугольник: скругленные углы 19">
            <a:extLst>
              <a:ext uri="{FF2B5EF4-FFF2-40B4-BE49-F238E27FC236}">
                <a16:creationId xmlns:a16="http://schemas.microsoft.com/office/drawing/2014/main" xmlns="" id="{02B0A353-BD63-460A-9BC0-CC374568DACC}"/>
              </a:ext>
            </a:extLst>
          </p:cNvPr>
          <p:cNvSpPr/>
          <p:nvPr userDrawn="1"/>
        </p:nvSpPr>
        <p:spPr>
          <a:xfrm>
            <a:off x="8077200" y="3302002"/>
            <a:ext cx="3781425" cy="2927959"/>
          </a:xfrm>
          <a:prstGeom prst="roundRect">
            <a:avLst>
              <a:gd name="adj" fmla="val 3829"/>
            </a:avLst>
          </a:prstGeom>
          <a:solidFill>
            <a:srgbClr val="F4F6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10">
            <a:extLst>
              <a:ext uri="{FF2B5EF4-FFF2-40B4-BE49-F238E27FC236}">
                <a16:creationId xmlns:a16="http://schemas.microsoft.com/office/drawing/2014/main" xmlns="" id="{F9B6AA45-2A8C-4969-AC3D-6EC3ACFE95EC}"/>
              </a:ext>
            </a:extLst>
          </p:cNvPr>
          <p:cNvSpPr/>
          <p:nvPr userDrawn="1"/>
        </p:nvSpPr>
        <p:spPr>
          <a:xfrm>
            <a:off x="4204492" y="1063625"/>
            <a:ext cx="3781425" cy="2138367"/>
          </a:xfrm>
          <a:prstGeom prst="roundRect">
            <a:avLst>
              <a:gd name="adj" fmla="val 3829"/>
            </a:avLst>
          </a:prstGeom>
          <a:solidFill>
            <a:srgbClr val="F4F6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скругленные углы 18">
            <a:extLst>
              <a:ext uri="{FF2B5EF4-FFF2-40B4-BE49-F238E27FC236}">
                <a16:creationId xmlns:a16="http://schemas.microsoft.com/office/drawing/2014/main" xmlns="" id="{69C268C1-FA58-45D0-8861-22E87EFC72A5}"/>
              </a:ext>
            </a:extLst>
          </p:cNvPr>
          <p:cNvSpPr/>
          <p:nvPr userDrawn="1"/>
        </p:nvSpPr>
        <p:spPr>
          <a:xfrm>
            <a:off x="8077200" y="1063625"/>
            <a:ext cx="3781425" cy="2138367"/>
          </a:xfrm>
          <a:prstGeom prst="roundRect">
            <a:avLst>
              <a:gd name="adj" fmla="val 3829"/>
            </a:avLst>
          </a:prstGeom>
          <a:solidFill>
            <a:srgbClr val="F4F6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1">
            <a:extLst>
              <a:ext uri="{FF2B5EF4-FFF2-40B4-BE49-F238E27FC236}">
                <a16:creationId xmlns:a16="http://schemas.microsoft.com/office/drawing/2014/main" xmlns="" id="{41C49358-DEBC-41E6-B32D-4166FAA7DEE7}"/>
              </a:ext>
            </a:extLst>
          </p:cNvPr>
          <p:cNvSpPr/>
          <p:nvPr userDrawn="1"/>
        </p:nvSpPr>
        <p:spPr>
          <a:xfrm>
            <a:off x="4204492" y="3302002"/>
            <a:ext cx="3781425" cy="2927959"/>
          </a:xfrm>
          <a:prstGeom prst="roundRect">
            <a:avLst>
              <a:gd name="adj" fmla="val 3829"/>
            </a:avLst>
          </a:prstGeom>
          <a:solidFill>
            <a:srgbClr val="F4F6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">
            <a:extLst>
              <a:ext uri="{FF2B5EF4-FFF2-40B4-BE49-F238E27FC236}">
                <a16:creationId xmlns:a16="http://schemas.microsoft.com/office/drawing/2014/main" xmlns="" id="{D15722C8-C181-4D21-9A44-1C84F0EC5044}"/>
              </a:ext>
            </a:extLst>
          </p:cNvPr>
          <p:cNvSpPr/>
          <p:nvPr userDrawn="1"/>
        </p:nvSpPr>
        <p:spPr>
          <a:xfrm>
            <a:off x="486197" y="1063625"/>
            <a:ext cx="3628603" cy="5166335"/>
          </a:xfrm>
          <a:prstGeom prst="roundRect">
            <a:avLst>
              <a:gd name="adj" fmla="val 3829"/>
            </a:avLst>
          </a:prstGeom>
          <a:solidFill>
            <a:srgbClr val="F4F6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Диаграмма 2"/>
          <p:cNvSpPr>
            <a:spLocks noGrp="1"/>
          </p:cNvSpPr>
          <p:nvPr>
            <p:ph type="chart" sz="quarter" idx="17" hasCustomPrompt="1"/>
          </p:nvPr>
        </p:nvSpPr>
        <p:spPr>
          <a:xfrm>
            <a:off x="647338" y="1212545"/>
            <a:ext cx="3297600" cy="4752000"/>
          </a:xfrm>
        </p:spPr>
        <p:txBody>
          <a:bodyPr tIns="828000" anchor="ctr"/>
          <a:lstStyle>
            <a:lvl1pPr marL="0" indent="0" algn="ctr">
              <a:buNone/>
              <a:defRPr/>
            </a:lvl1pPr>
          </a:lstStyle>
          <a:p>
            <a:r>
              <a:rPr lang="ru-RU" dirty="0"/>
              <a:t>Вставить данные</a:t>
            </a:r>
          </a:p>
        </p:txBody>
      </p:sp>
      <p:sp>
        <p:nvSpPr>
          <p:cNvPr id="24" name="Диаграмма 2"/>
          <p:cNvSpPr>
            <a:spLocks noGrp="1"/>
          </p:cNvSpPr>
          <p:nvPr>
            <p:ph type="chart" sz="quarter" idx="18" hasCustomPrompt="1"/>
          </p:nvPr>
        </p:nvSpPr>
        <p:spPr>
          <a:xfrm>
            <a:off x="4366417" y="1142208"/>
            <a:ext cx="3456000" cy="1980000"/>
          </a:xfrm>
        </p:spPr>
        <p:txBody>
          <a:bodyPr tIns="828000" anchor="ctr"/>
          <a:lstStyle>
            <a:lvl1pPr marL="0" indent="0" algn="ctr">
              <a:buNone/>
              <a:defRPr/>
            </a:lvl1pPr>
          </a:lstStyle>
          <a:p>
            <a:r>
              <a:rPr lang="ru-RU" dirty="0"/>
              <a:t>Вставить данные</a:t>
            </a:r>
          </a:p>
        </p:txBody>
      </p:sp>
      <p:sp>
        <p:nvSpPr>
          <p:cNvPr id="26" name="Диаграмма 2"/>
          <p:cNvSpPr>
            <a:spLocks noGrp="1"/>
          </p:cNvSpPr>
          <p:nvPr>
            <p:ph type="chart" sz="quarter" idx="19" hasCustomPrompt="1"/>
          </p:nvPr>
        </p:nvSpPr>
        <p:spPr>
          <a:xfrm>
            <a:off x="4366417" y="3577738"/>
            <a:ext cx="3456000" cy="2376000"/>
          </a:xfrm>
        </p:spPr>
        <p:txBody>
          <a:bodyPr tIns="828000" anchor="ctr"/>
          <a:lstStyle>
            <a:lvl1pPr marL="0" indent="0" algn="ctr">
              <a:buNone/>
              <a:defRPr/>
            </a:lvl1pPr>
          </a:lstStyle>
          <a:p>
            <a:r>
              <a:rPr lang="ru-RU" dirty="0"/>
              <a:t>Вставить данные</a:t>
            </a:r>
          </a:p>
        </p:txBody>
      </p:sp>
      <p:sp>
        <p:nvSpPr>
          <p:cNvPr id="27" name="Диаграмма 2"/>
          <p:cNvSpPr>
            <a:spLocks noGrp="1"/>
          </p:cNvSpPr>
          <p:nvPr>
            <p:ph type="chart" sz="quarter" idx="20" hasCustomPrompt="1"/>
          </p:nvPr>
        </p:nvSpPr>
        <p:spPr>
          <a:xfrm>
            <a:off x="8247063" y="1142208"/>
            <a:ext cx="3456000" cy="1980000"/>
          </a:xfrm>
        </p:spPr>
        <p:txBody>
          <a:bodyPr tIns="828000" anchor="ctr"/>
          <a:lstStyle>
            <a:lvl1pPr marL="0" indent="0" algn="ctr">
              <a:buNone/>
              <a:defRPr/>
            </a:lvl1pPr>
          </a:lstStyle>
          <a:p>
            <a:r>
              <a:rPr lang="ru-RU" dirty="0"/>
              <a:t>Вставить данные</a:t>
            </a:r>
          </a:p>
        </p:txBody>
      </p:sp>
      <p:sp>
        <p:nvSpPr>
          <p:cNvPr id="28" name="Диаграмма 2"/>
          <p:cNvSpPr>
            <a:spLocks noGrp="1"/>
          </p:cNvSpPr>
          <p:nvPr>
            <p:ph type="chart" sz="quarter" idx="21" hasCustomPrompt="1"/>
          </p:nvPr>
        </p:nvSpPr>
        <p:spPr>
          <a:xfrm>
            <a:off x="8247063" y="3577738"/>
            <a:ext cx="3456000" cy="2376000"/>
          </a:xfrm>
        </p:spPr>
        <p:txBody>
          <a:bodyPr tIns="828000" anchor="ctr"/>
          <a:lstStyle>
            <a:lvl1pPr marL="0" indent="0" algn="ctr">
              <a:buNone/>
              <a:defRPr/>
            </a:lvl1pPr>
          </a:lstStyle>
          <a:p>
            <a:r>
              <a:rPr lang="ru-RU" dirty="0"/>
              <a:t>Вставить данные</a:t>
            </a:r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00229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5" pos="3840">
          <p15:clr>
            <a:srgbClr val="A4A3A4"/>
          </p15:clr>
        </p15:guide>
        <p15:guide id="6" pos="30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и и данные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6"/>
          <p:cNvSpPr>
            <a:spLocks noGrp="1"/>
          </p:cNvSpPr>
          <p:nvPr>
            <p:ph type="sldNum" sz="quarter" idx="15"/>
          </p:nvPr>
        </p:nvSpPr>
        <p:spPr>
          <a:xfrm>
            <a:off x="11195124" y="6474539"/>
            <a:ext cx="517451" cy="123111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Cera CY" panose="00000500000000000000" pitchFamily="2" charset="-52"/>
              </a:defRPr>
            </a:lvl1pPr>
          </a:lstStyle>
          <a:p>
            <a:fld id="{58A9CFFD-EE99-4E11-B8BC-23AC5DDB75E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531462" y="560299"/>
            <a:ext cx="573824" cy="540000"/>
          </a:xfrm>
          <a:prstGeom prst="rect">
            <a:avLst/>
          </a:prstGeom>
        </p:spPr>
      </p:pic>
      <p:sp>
        <p:nvSpPr>
          <p:cNvPr id="12" name="Текст 11">
            <a:extLst>
              <a:ext uri="{FF2B5EF4-FFF2-40B4-BE49-F238E27FC236}">
                <a16:creationId xmlns:a16="http://schemas.microsoft.com/office/drawing/2014/main" xmlns="" id="{BE24BDD4-97EB-49BA-9A0F-A3470B71AC5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6197" y="262556"/>
            <a:ext cx="84600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7" name="Прямоугольник: скругленные углы 19">
            <a:extLst>
              <a:ext uri="{FF2B5EF4-FFF2-40B4-BE49-F238E27FC236}">
                <a16:creationId xmlns:a16="http://schemas.microsoft.com/office/drawing/2014/main" xmlns="" id="{02B0A353-BD63-460A-9BC0-CC374568DACC}"/>
              </a:ext>
            </a:extLst>
          </p:cNvPr>
          <p:cNvSpPr/>
          <p:nvPr userDrawn="1"/>
        </p:nvSpPr>
        <p:spPr>
          <a:xfrm>
            <a:off x="8077200" y="3302002"/>
            <a:ext cx="3781425" cy="2927959"/>
          </a:xfrm>
          <a:prstGeom prst="roundRect">
            <a:avLst>
              <a:gd name="adj" fmla="val 382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: скругленные углы 10">
            <a:extLst>
              <a:ext uri="{FF2B5EF4-FFF2-40B4-BE49-F238E27FC236}">
                <a16:creationId xmlns:a16="http://schemas.microsoft.com/office/drawing/2014/main" xmlns="" id="{F9B6AA45-2A8C-4969-AC3D-6EC3ACFE95EC}"/>
              </a:ext>
            </a:extLst>
          </p:cNvPr>
          <p:cNvSpPr/>
          <p:nvPr userDrawn="1"/>
        </p:nvSpPr>
        <p:spPr>
          <a:xfrm>
            <a:off x="4204492" y="1063625"/>
            <a:ext cx="3781425" cy="2138367"/>
          </a:xfrm>
          <a:prstGeom prst="roundRect">
            <a:avLst>
              <a:gd name="adj" fmla="val 382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скругленные углы 18">
            <a:extLst>
              <a:ext uri="{FF2B5EF4-FFF2-40B4-BE49-F238E27FC236}">
                <a16:creationId xmlns:a16="http://schemas.microsoft.com/office/drawing/2014/main" xmlns="" id="{69C268C1-FA58-45D0-8861-22E87EFC72A5}"/>
              </a:ext>
            </a:extLst>
          </p:cNvPr>
          <p:cNvSpPr/>
          <p:nvPr userDrawn="1"/>
        </p:nvSpPr>
        <p:spPr>
          <a:xfrm>
            <a:off x="8077200" y="1063625"/>
            <a:ext cx="3781425" cy="2138367"/>
          </a:xfrm>
          <a:prstGeom prst="roundRect">
            <a:avLst>
              <a:gd name="adj" fmla="val 382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1">
            <a:extLst>
              <a:ext uri="{FF2B5EF4-FFF2-40B4-BE49-F238E27FC236}">
                <a16:creationId xmlns:a16="http://schemas.microsoft.com/office/drawing/2014/main" xmlns="" id="{41C49358-DEBC-41E6-B32D-4166FAA7DEE7}"/>
              </a:ext>
            </a:extLst>
          </p:cNvPr>
          <p:cNvSpPr/>
          <p:nvPr userDrawn="1"/>
        </p:nvSpPr>
        <p:spPr>
          <a:xfrm>
            <a:off x="4204492" y="3302002"/>
            <a:ext cx="3781425" cy="2927959"/>
          </a:xfrm>
          <a:prstGeom prst="roundRect">
            <a:avLst>
              <a:gd name="adj" fmla="val 382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">
            <a:extLst>
              <a:ext uri="{FF2B5EF4-FFF2-40B4-BE49-F238E27FC236}">
                <a16:creationId xmlns:a16="http://schemas.microsoft.com/office/drawing/2014/main" xmlns="" id="{D15722C8-C181-4D21-9A44-1C84F0EC5044}"/>
              </a:ext>
            </a:extLst>
          </p:cNvPr>
          <p:cNvSpPr/>
          <p:nvPr userDrawn="1"/>
        </p:nvSpPr>
        <p:spPr>
          <a:xfrm>
            <a:off x="486197" y="1063625"/>
            <a:ext cx="3628603" cy="5166335"/>
          </a:xfrm>
          <a:prstGeom prst="roundRect">
            <a:avLst>
              <a:gd name="adj" fmla="val 382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Диаграмма 2"/>
          <p:cNvSpPr>
            <a:spLocks noGrp="1"/>
          </p:cNvSpPr>
          <p:nvPr>
            <p:ph type="chart" sz="quarter" idx="17" hasCustomPrompt="1"/>
          </p:nvPr>
        </p:nvSpPr>
        <p:spPr>
          <a:xfrm>
            <a:off x="647338" y="1212545"/>
            <a:ext cx="3297600" cy="4752000"/>
          </a:xfrm>
        </p:spPr>
        <p:txBody>
          <a:bodyPr tIns="82800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Вставить данные</a:t>
            </a:r>
          </a:p>
        </p:txBody>
      </p:sp>
      <p:sp>
        <p:nvSpPr>
          <p:cNvPr id="16" name="Диаграмма 2"/>
          <p:cNvSpPr>
            <a:spLocks noGrp="1"/>
          </p:cNvSpPr>
          <p:nvPr>
            <p:ph type="chart" sz="quarter" idx="18" hasCustomPrompt="1"/>
          </p:nvPr>
        </p:nvSpPr>
        <p:spPr>
          <a:xfrm>
            <a:off x="4366417" y="1142208"/>
            <a:ext cx="3456000" cy="1980000"/>
          </a:xfrm>
        </p:spPr>
        <p:txBody>
          <a:bodyPr tIns="82800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Вставить данные</a:t>
            </a:r>
          </a:p>
        </p:txBody>
      </p:sp>
      <p:sp>
        <p:nvSpPr>
          <p:cNvPr id="17" name="Диаграмма 2"/>
          <p:cNvSpPr>
            <a:spLocks noGrp="1"/>
          </p:cNvSpPr>
          <p:nvPr>
            <p:ph type="chart" sz="quarter" idx="19" hasCustomPrompt="1"/>
          </p:nvPr>
        </p:nvSpPr>
        <p:spPr>
          <a:xfrm>
            <a:off x="4366417" y="3577738"/>
            <a:ext cx="3456000" cy="2376000"/>
          </a:xfrm>
        </p:spPr>
        <p:txBody>
          <a:bodyPr tIns="82800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Вставить данные</a:t>
            </a:r>
          </a:p>
        </p:txBody>
      </p:sp>
      <p:sp>
        <p:nvSpPr>
          <p:cNvPr id="18" name="Диаграмма 2"/>
          <p:cNvSpPr>
            <a:spLocks noGrp="1"/>
          </p:cNvSpPr>
          <p:nvPr>
            <p:ph type="chart" sz="quarter" idx="20" hasCustomPrompt="1"/>
          </p:nvPr>
        </p:nvSpPr>
        <p:spPr>
          <a:xfrm>
            <a:off x="8247063" y="1142208"/>
            <a:ext cx="3456000" cy="1980000"/>
          </a:xfrm>
        </p:spPr>
        <p:txBody>
          <a:bodyPr tIns="82800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Вставить данные</a:t>
            </a:r>
          </a:p>
        </p:txBody>
      </p:sp>
      <p:sp>
        <p:nvSpPr>
          <p:cNvPr id="19" name="Диаграмма 2"/>
          <p:cNvSpPr>
            <a:spLocks noGrp="1"/>
          </p:cNvSpPr>
          <p:nvPr>
            <p:ph type="chart" sz="quarter" idx="21" hasCustomPrompt="1"/>
          </p:nvPr>
        </p:nvSpPr>
        <p:spPr>
          <a:xfrm>
            <a:off x="8247063" y="3577738"/>
            <a:ext cx="3456000" cy="2376000"/>
          </a:xfrm>
        </p:spPr>
        <p:txBody>
          <a:bodyPr tIns="82800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Вставить данные</a:t>
            </a:r>
          </a:p>
        </p:txBody>
      </p:sp>
      <p:pic>
        <p:nvPicPr>
          <p:cNvPr id="20" name="Рисунок 1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93825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5" pos="3840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и и данные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6"/>
          <p:cNvSpPr>
            <a:spLocks noGrp="1"/>
          </p:cNvSpPr>
          <p:nvPr>
            <p:ph type="sldNum" sz="quarter" idx="15"/>
          </p:nvPr>
        </p:nvSpPr>
        <p:spPr>
          <a:xfrm>
            <a:off x="11195124" y="6474539"/>
            <a:ext cx="517451" cy="123111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Cera CY" panose="00000500000000000000" pitchFamily="2" charset="-52"/>
              </a:defRPr>
            </a:lvl1pPr>
          </a:lstStyle>
          <a:p>
            <a:fld id="{58A9CFFD-EE99-4E11-B8BC-23AC5DDB75E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531462" y="560299"/>
            <a:ext cx="573824" cy="540000"/>
          </a:xfrm>
          <a:prstGeom prst="rect">
            <a:avLst/>
          </a:prstGeom>
        </p:spPr>
      </p:pic>
      <p:sp>
        <p:nvSpPr>
          <p:cNvPr id="12" name="Текст 11">
            <a:extLst>
              <a:ext uri="{FF2B5EF4-FFF2-40B4-BE49-F238E27FC236}">
                <a16:creationId xmlns:a16="http://schemas.microsoft.com/office/drawing/2014/main" xmlns="" id="{BE24BDD4-97EB-49BA-9A0F-A3470B71AC5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6197" y="262556"/>
            <a:ext cx="84600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rgbClr val="000000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Прямоугольник: скругленные углы 44">
            <a:extLst>
              <a:ext uri="{FF2B5EF4-FFF2-40B4-BE49-F238E27FC236}">
                <a16:creationId xmlns:a16="http://schemas.microsoft.com/office/drawing/2014/main" xmlns="" id="{D4CBCAE8-A1CD-402C-BC53-AAA158F537FF}"/>
              </a:ext>
            </a:extLst>
          </p:cNvPr>
          <p:cNvSpPr/>
          <p:nvPr userDrawn="1"/>
        </p:nvSpPr>
        <p:spPr>
          <a:xfrm>
            <a:off x="8591550" y="1066800"/>
            <a:ext cx="3267075" cy="2138367"/>
          </a:xfrm>
          <a:prstGeom prst="roundRect">
            <a:avLst>
              <a:gd name="adj" fmla="val 382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скругленные углы 46">
            <a:extLst>
              <a:ext uri="{FF2B5EF4-FFF2-40B4-BE49-F238E27FC236}">
                <a16:creationId xmlns:a16="http://schemas.microsoft.com/office/drawing/2014/main" xmlns="" id="{41B41D4F-3181-4463-8BF0-27BBB17CDB03}"/>
              </a:ext>
            </a:extLst>
          </p:cNvPr>
          <p:cNvSpPr/>
          <p:nvPr userDrawn="1"/>
        </p:nvSpPr>
        <p:spPr>
          <a:xfrm>
            <a:off x="8591550" y="3305177"/>
            <a:ext cx="3267075" cy="2927959"/>
          </a:xfrm>
          <a:prstGeom prst="roundRect">
            <a:avLst>
              <a:gd name="adj" fmla="val 382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: скругленные углы 47">
            <a:extLst>
              <a:ext uri="{FF2B5EF4-FFF2-40B4-BE49-F238E27FC236}">
                <a16:creationId xmlns:a16="http://schemas.microsoft.com/office/drawing/2014/main" xmlns="" id="{A99FAD78-BB3B-4BE6-98F8-2078A1EACFB3}"/>
              </a:ext>
            </a:extLst>
          </p:cNvPr>
          <p:cNvSpPr/>
          <p:nvPr userDrawn="1"/>
        </p:nvSpPr>
        <p:spPr>
          <a:xfrm>
            <a:off x="5445660" y="1066800"/>
            <a:ext cx="3044289" cy="2138367"/>
          </a:xfrm>
          <a:prstGeom prst="roundRect">
            <a:avLst>
              <a:gd name="adj" fmla="val 382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: скругленные углы 48">
            <a:extLst>
              <a:ext uri="{FF2B5EF4-FFF2-40B4-BE49-F238E27FC236}">
                <a16:creationId xmlns:a16="http://schemas.microsoft.com/office/drawing/2014/main" xmlns="" id="{AF2296AF-820D-4E72-9EAB-BA72DD4CAA0E}"/>
              </a:ext>
            </a:extLst>
          </p:cNvPr>
          <p:cNvSpPr/>
          <p:nvPr userDrawn="1"/>
        </p:nvSpPr>
        <p:spPr>
          <a:xfrm>
            <a:off x="5445660" y="3305178"/>
            <a:ext cx="3044289" cy="2927958"/>
          </a:xfrm>
          <a:prstGeom prst="roundRect">
            <a:avLst>
              <a:gd name="adj" fmla="val 382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: скругленные углы 49">
            <a:extLst>
              <a:ext uri="{FF2B5EF4-FFF2-40B4-BE49-F238E27FC236}">
                <a16:creationId xmlns:a16="http://schemas.microsoft.com/office/drawing/2014/main" xmlns="" id="{176297F8-53AD-4378-BFB0-FC6BF08D077B}"/>
              </a:ext>
            </a:extLst>
          </p:cNvPr>
          <p:cNvSpPr/>
          <p:nvPr userDrawn="1"/>
        </p:nvSpPr>
        <p:spPr>
          <a:xfrm>
            <a:off x="486198" y="1066800"/>
            <a:ext cx="4835478" cy="5166335"/>
          </a:xfrm>
          <a:prstGeom prst="roundRect">
            <a:avLst>
              <a:gd name="adj" fmla="val 382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Диаграмма 2"/>
          <p:cNvSpPr>
            <a:spLocks noGrp="1"/>
          </p:cNvSpPr>
          <p:nvPr>
            <p:ph type="chart" sz="quarter" idx="17" hasCustomPrompt="1"/>
          </p:nvPr>
        </p:nvSpPr>
        <p:spPr>
          <a:xfrm>
            <a:off x="835737" y="1477367"/>
            <a:ext cx="4136400" cy="4345200"/>
          </a:xfrm>
        </p:spPr>
        <p:txBody>
          <a:bodyPr tIns="828000"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Вставить данные</a:t>
            </a:r>
          </a:p>
        </p:txBody>
      </p:sp>
      <p:sp>
        <p:nvSpPr>
          <p:cNvPr id="23" name="Диаграмма 2"/>
          <p:cNvSpPr>
            <a:spLocks noGrp="1"/>
          </p:cNvSpPr>
          <p:nvPr>
            <p:ph type="chart" sz="quarter" idx="18" hasCustomPrompt="1"/>
          </p:nvPr>
        </p:nvSpPr>
        <p:spPr>
          <a:xfrm>
            <a:off x="5527804" y="1145983"/>
            <a:ext cx="2880000" cy="1980000"/>
          </a:xfrm>
        </p:spPr>
        <p:txBody>
          <a:bodyPr tIns="828000" anchor="ctr"/>
          <a:lstStyle>
            <a:lvl1pPr marL="0" indent="0" algn="ctr">
              <a:buNone/>
              <a:defRPr/>
            </a:lvl1pPr>
          </a:lstStyle>
          <a:p>
            <a:r>
              <a:rPr lang="ru-RU" dirty="0"/>
              <a:t>Вставить данные</a:t>
            </a:r>
          </a:p>
        </p:txBody>
      </p:sp>
      <p:sp>
        <p:nvSpPr>
          <p:cNvPr id="25" name="Диаграмма 2"/>
          <p:cNvSpPr>
            <a:spLocks noGrp="1"/>
          </p:cNvSpPr>
          <p:nvPr>
            <p:ph type="chart" sz="quarter" idx="19" hasCustomPrompt="1"/>
          </p:nvPr>
        </p:nvSpPr>
        <p:spPr>
          <a:xfrm>
            <a:off x="5527804" y="3412546"/>
            <a:ext cx="2880000" cy="2683454"/>
          </a:xfrm>
        </p:spPr>
        <p:txBody>
          <a:bodyPr tIns="828000" anchor="ctr"/>
          <a:lstStyle>
            <a:lvl1pPr marL="0" indent="0" algn="ctr">
              <a:buNone/>
              <a:defRPr/>
            </a:lvl1pPr>
          </a:lstStyle>
          <a:p>
            <a:r>
              <a:rPr lang="ru-RU" dirty="0"/>
              <a:t>Вставить данные</a:t>
            </a:r>
          </a:p>
        </p:txBody>
      </p:sp>
      <p:sp>
        <p:nvSpPr>
          <p:cNvPr id="29" name="Диаграмма 2"/>
          <p:cNvSpPr>
            <a:spLocks noGrp="1"/>
          </p:cNvSpPr>
          <p:nvPr>
            <p:ph type="chart" sz="quarter" idx="20" hasCustomPrompt="1"/>
          </p:nvPr>
        </p:nvSpPr>
        <p:spPr>
          <a:xfrm>
            <a:off x="8674944" y="1145983"/>
            <a:ext cx="3097956" cy="1980000"/>
          </a:xfrm>
        </p:spPr>
        <p:txBody>
          <a:bodyPr tIns="828000" anchor="ctr"/>
          <a:lstStyle>
            <a:lvl1pPr marL="0" indent="0" algn="ctr">
              <a:buNone/>
              <a:defRPr/>
            </a:lvl1pPr>
          </a:lstStyle>
          <a:p>
            <a:r>
              <a:rPr lang="ru-RU" dirty="0"/>
              <a:t>Вставить данные</a:t>
            </a:r>
          </a:p>
        </p:txBody>
      </p:sp>
      <p:sp>
        <p:nvSpPr>
          <p:cNvPr id="31" name="Объект 30"/>
          <p:cNvSpPr>
            <a:spLocks noGrp="1"/>
          </p:cNvSpPr>
          <p:nvPr>
            <p:ph sz="quarter" idx="21" hasCustomPrompt="1"/>
          </p:nvPr>
        </p:nvSpPr>
        <p:spPr>
          <a:xfrm>
            <a:off x="8675688" y="3412546"/>
            <a:ext cx="3097212" cy="2683453"/>
          </a:xfrm>
        </p:spPr>
        <p:txBody>
          <a:bodyPr tIns="1008000"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ru-RU" dirty="0"/>
              <a:t>Вставить данные</a:t>
            </a:r>
          </a:p>
        </p:txBody>
      </p:sp>
      <p:pic>
        <p:nvPicPr>
          <p:cNvPr id="24" name="Рисунок 2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84025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5" pos="3840">
          <p15:clr>
            <a:srgbClr val="A4A3A4"/>
          </p15:clr>
        </p15:guide>
        <p15:guide id="6" pos="30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и и данные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6"/>
          <p:cNvSpPr>
            <a:spLocks noGrp="1"/>
          </p:cNvSpPr>
          <p:nvPr>
            <p:ph type="sldNum" sz="quarter" idx="15"/>
          </p:nvPr>
        </p:nvSpPr>
        <p:spPr>
          <a:xfrm>
            <a:off x="11195124" y="6474539"/>
            <a:ext cx="517451" cy="123111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Cera CY" panose="00000500000000000000" pitchFamily="2" charset="-52"/>
              </a:defRPr>
            </a:lvl1pPr>
          </a:lstStyle>
          <a:p>
            <a:fld id="{58A9CFFD-EE99-4E11-B8BC-23AC5DDB75E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531462" y="560299"/>
            <a:ext cx="573824" cy="540000"/>
          </a:xfrm>
          <a:prstGeom prst="rect">
            <a:avLst/>
          </a:prstGeom>
        </p:spPr>
      </p:pic>
      <p:sp>
        <p:nvSpPr>
          <p:cNvPr id="12" name="Текст 11">
            <a:extLst>
              <a:ext uri="{FF2B5EF4-FFF2-40B4-BE49-F238E27FC236}">
                <a16:creationId xmlns:a16="http://schemas.microsoft.com/office/drawing/2014/main" xmlns="" id="{BE24BDD4-97EB-49BA-9A0F-A3470B71AC5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6197" y="262556"/>
            <a:ext cx="84600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0" name="Прямоугольник: скругленные углы 44">
            <a:extLst>
              <a:ext uri="{FF2B5EF4-FFF2-40B4-BE49-F238E27FC236}">
                <a16:creationId xmlns:a16="http://schemas.microsoft.com/office/drawing/2014/main" xmlns="" id="{D4CBCAE8-A1CD-402C-BC53-AAA158F537FF}"/>
              </a:ext>
            </a:extLst>
          </p:cNvPr>
          <p:cNvSpPr/>
          <p:nvPr userDrawn="1"/>
        </p:nvSpPr>
        <p:spPr>
          <a:xfrm>
            <a:off x="8591550" y="1066800"/>
            <a:ext cx="3267075" cy="2138367"/>
          </a:xfrm>
          <a:prstGeom prst="roundRect">
            <a:avLst>
              <a:gd name="adj" fmla="val 382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: скругленные углы 46">
            <a:extLst>
              <a:ext uri="{FF2B5EF4-FFF2-40B4-BE49-F238E27FC236}">
                <a16:creationId xmlns:a16="http://schemas.microsoft.com/office/drawing/2014/main" xmlns="" id="{41B41D4F-3181-4463-8BF0-27BBB17CDB03}"/>
              </a:ext>
            </a:extLst>
          </p:cNvPr>
          <p:cNvSpPr/>
          <p:nvPr userDrawn="1"/>
        </p:nvSpPr>
        <p:spPr>
          <a:xfrm>
            <a:off x="8591550" y="3305177"/>
            <a:ext cx="3267075" cy="2927959"/>
          </a:xfrm>
          <a:prstGeom prst="roundRect">
            <a:avLst>
              <a:gd name="adj" fmla="val 382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: скругленные углы 47">
            <a:extLst>
              <a:ext uri="{FF2B5EF4-FFF2-40B4-BE49-F238E27FC236}">
                <a16:creationId xmlns:a16="http://schemas.microsoft.com/office/drawing/2014/main" xmlns="" id="{A99FAD78-BB3B-4BE6-98F8-2078A1EACFB3}"/>
              </a:ext>
            </a:extLst>
          </p:cNvPr>
          <p:cNvSpPr/>
          <p:nvPr userDrawn="1"/>
        </p:nvSpPr>
        <p:spPr>
          <a:xfrm>
            <a:off x="5445660" y="1066800"/>
            <a:ext cx="3044289" cy="2138367"/>
          </a:xfrm>
          <a:prstGeom prst="roundRect">
            <a:avLst>
              <a:gd name="adj" fmla="val 382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: скругленные углы 48">
            <a:extLst>
              <a:ext uri="{FF2B5EF4-FFF2-40B4-BE49-F238E27FC236}">
                <a16:creationId xmlns:a16="http://schemas.microsoft.com/office/drawing/2014/main" xmlns="" id="{AF2296AF-820D-4E72-9EAB-BA72DD4CAA0E}"/>
              </a:ext>
            </a:extLst>
          </p:cNvPr>
          <p:cNvSpPr/>
          <p:nvPr userDrawn="1"/>
        </p:nvSpPr>
        <p:spPr>
          <a:xfrm>
            <a:off x="5445660" y="3305178"/>
            <a:ext cx="3044289" cy="2927958"/>
          </a:xfrm>
          <a:prstGeom prst="roundRect">
            <a:avLst>
              <a:gd name="adj" fmla="val 382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: скругленные углы 49">
            <a:extLst>
              <a:ext uri="{FF2B5EF4-FFF2-40B4-BE49-F238E27FC236}">
                <a16:creationId xmlns:a16="http://schemas.microsoft.com/office/drawing/2014/main" xmlns="" id="{176297F8-53AD-4378-BFB0-FC6BF08D077B}"/>
              </a:ext>
            </a:extLst>
          </p:cNvPr>
          <p:cNvSpPr/>
          <p:nvPr userDrawn="1"/>
        </p:nvSpPr>
        <p:spPr>
          <a:xfrm>
            <a:off x="486198" y="1066800"/>
            <a:ext cx="4835478" cy="5166335"/>
          </a:xfrm>
          <a:prstGeom prst="roundRect">
            <a:avLst>
              <a:gd name="adj" fmla="val 382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Диаграмма 2"/>
          <p:cNvSpPr>
            <a:spLocks noGrp="1"/>
          </p:cNvSpPr>
          <p:nvPr>
            <p:ph type="chart" sz="quarter" idx="17" hasCustomPrompt="1"/>
          </p:nvPr>
        </p:nvSpPr>
        <p:spPr>
          <a:xfrm>
            <a:off x="835737" y="1477367"/>
            <a:ext cx="4136400" cy="4345200"/>
          </a:xfrm>
        </p:spPr>
        <p:txBody>
          <a:bodyPr tIns="82800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Вставить данные</a:t>
            </a:r>
          </a:p>
        </p:txBody>
      </p:sp>
      <p:sp>
        <p:nvSpPr>
          <p:cNvPr id="26" name="Диаграмма 2"/>
          <p:cNvSpPr>
            <a:spLocks noGrp="1"/>
          </p:cNvSpPr>
          <p:nvPr>
            <p:ph type="chart" sz="quarter" idx="18" hasCustomPrompt="1"/>
          </p:nvPr>
        </p:nvSpPr>
        <p:spPr>
          <a:xfrm>
            <a:off x="5527804" y="1145983"/>
            <a:ext cx="2880000" cy="1980000"/>
          </a:xfrm>
        </p:spPr>
        <p:txBody>
          <a:bodyPr tIns="82800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Вставить данные</a:t>
            </a:r>
          </a:p>
        </p:txBody>
      </p:sp>
      <p:sp>
        <p:nvSpPr>
          <p:cNvPr id="27" name="Диаграмма 2"/>
          <p:cNvSpPr>
            <a:spLocks noGrp="1"/>
          </p:cNvSpPr>
          <p:nvPr>
            <p:ph type="chart" sz="quarter" idx="19" hasCustomPrompt="1"/>
          </p:nvPr>
        </p:nvSpPr>
        <p:spPr>
          <a:xfrm>
            <a:off x="5527804" y="3412546"/>
            <a:ext cx="2880000" cy="2683454"/>
          </a:xfrm>
        </p:spPr>
        <p:txBody>
          <a:bodyPr tIns="82800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Вставить данные</a:t>
            </a:r>
          </a:p>
        </p:txBody>
      </p:sp>
      <p:sp>
        <p:nvSpPr>
          <p:cNvPr id="28" name="Диаграмма 2"/>
          <p:cNvSpPr>
            <a:spLocks noGrp="1"/>
          </p:cNvSpPr>
          <p:nvPr>
            <p:ph type="chart" sz="quarter" idx="20" hasCustomPrompt="1"/>
          </p:nvPr>
        </p:nvSpPr>
        <p:spPr>
          <a:xfrm>
            <a:off x="8674944" y="1145983"/>
            <a:ext cx="3097956" cy="1980000"/>
          </a:xfrm>
        </p:spPr>
        <p:txBody>
          <a:bodyPr tIns="82800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Вставить данные</a:t>
            </a:r>
          </a:p>
        </p:txBody>
      </p:sp>
      <p:sp>
        <p:nvSpPr>
          <p:cNvPr id="30" name="Объект 30"/>
          <p:cNvSpPr>
            <a:spLocks noGrp="1"/>
          </p:cNvSpPr>
          <p:nvPr>
            <p:ph sz="quarter" idx="21" hasCustomPrompt="1"/>
          </p:nvPr>
        </p:nvSpPr>
        <p:spPr>
          <a:xfrm>
            <a:off x="8675688" y="3412546"/>
            <a:ext cx="3097212" cy="2683453"/>
          </a:xfrm>
        </p:spPr>
        <p:txBody>
          <a:bodyPr tIns="100800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Вставить данные</a:t>
            </a:r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6855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5" pos="3840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и и данные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6"/>
          <p:cNvSpPr>
            <a:spLocks noGrp="1"/>
          </p:cNvSpPr>
          <p:nvPr>
            <p:ph type="sldNum" sz="quarter" idx="15"/>
          </p:nvPr>
        </p:nvSpPr>
        <p:spPr>
          <a:xfrm>
            <a:off x="11195124" y="6474539"/>
            <a:ext cx="517451" cy="123111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Cera CY" panose="00000500000000000000" pitchFamily="2" charset="-52"/>
              </a:defRPr>
            </a:lvl1pPr>
          </a:lstStyle>
          <a:p>
            <a:fld id="{58A9CFFD-EE99-4E11-B8BC-23AC5DDB75E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531462" y="560299"/>
            <a:ext cx="573824" cy="540000"/>
          </a:xfrm>
          <a:prstGeom prst="rect">
            <a:avLst/>
          </a:prstGeom>
        </p:spPr>
      </p:pic>
      <p:sp>
        <p:nvSpPr>
          <p:cNvPr id="12" name="Текст 11">
            <a:extLst>
              <a:ext uri="{FF2B5EF4-FFF2-40B4-BE49-F238E27FC236}">
                <a16:creationId xmlns:a16="http://schemas.microsoft.com/office/drawing/2014/main" xmlns="" id="{BE24BDD4-97EB-49BA-9A0F-A3470B71AC5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6197" y="262556"/>
            <a:ext cx="84600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rgbClr val="000000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1" name="Объект 30"/>
          <p:cNvSpPr>
            <a:spLocks noGrp="1"/>
          </p:cNvSpPr>
          <p:nvPr>
            <p:ph sz="quarter" idx="21" hasCustomPrompt="1"/>
          </p:nvPr>
        </p:nvSpPr>
        <p:spPr>
          <a:xfrm>
            <a:off x="6936530" y="1807583"/>
            <a:ext cx="4762800" cy="3960000"/>
          </a:xfrm>
        </p:spPr>
        <p:txBody>
          <a:bodyPr tIns="1008000"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ru-RU" dirty="0"/>
              <a:t>Вставить данные</a:t>
            </a: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97986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5" pos="3840">
          <p15:clr>
            <a:srgbClr val="A4A3A4"/>
          </p15:clr>
        </p15:guide>
        <p15:guide id="6" pos="302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и и данные 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6"/>
          <p:cNvSpPr>
            <a:spLocks noGrp="1"/>
          </p:cNvSpPr>
          <p:nvPr>
            <p:ph type="sldNum" sz="quarter" idx="15"/>
          </p:nvPr>
        </p:nvSpPr>
        <p:spPr>
          <a:xfrm>
            <a:off x="11195124" y="6474539"/>
            <a:ext cx="517451" cy="123111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Cera CY" panose="00000500000000000000" pitchFamily="2" charset="-52"/>
              </a:defRPr>
            </a:lvl1pPr>
          </a:lstStyle>
          <a:p>
            <a:fld id="{58A9CFFD-EE99-4E11-B8BC-23AC5DDB75E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531462" y="560299"/>
            <a:ext cx="573824" cy="540000"/>
          </a:xfrm>
          <a:prstGeom prst="rect">
            <a:avLst/>
          </a:prstGeom>
        </p:spPr>
      </p:pic>
      <p:sp>
        <p:nvSpPr>
          <p:cNvPr id="12" name="Текст 11">
            <a:extLst>
              <a:ext uri="{FF2B5EF4-FFF2-40B4-BE49-F238E27FC236}">
                <a16:creationId xmlns:a16="http://schemas.microsoft.com/office/drawing/2014/main" xmlns="" id="{BE24BDD4-97EB-49BA-9A0F-A3470B71AC5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6197" y="262556"/>
            <a:ext cx="84600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Объект 30"/>
          <p:cNvSpPr>
            <a:spLocks noGrp="1"/>
          </p:cNvSpPr>
          <p:nvPr>
            <p:ph sz="quarter" idx="21" hasCustomPrompt="1"/>
          </p:nvPr>
        </p:nvSpPr>
        <p:spPr>
          <a:xfrm>
            <a:off x="6936530" y="1807583"/>
            <a:ext cx="4762800" cy="3960000"/>
          </a:xfrm>
        </p:spPr>
        <p:txBody>
          <a:bodyPr tIns="100800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Вставить данные</a:t>
            </a: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26554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5" pos="3840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и и данные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38B0AD-5B62-496D-B546-DCABAD799B7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Прямоугольник: скругленные углы 18">
            <a:extLst>
              <a:ext uri="{FF2B5EF4-FFF2-40B4-BE49-F238E27FC236}">
                <a16:creationId xmlns:a16="http://schemas.microsoft.com/office/drawing/2014/main" xmlns="" id="{59B3632B-C17D-4C6B-9CA4-B5B26A60E3C6}"/>
              </a:ext>
            </a:extLst>
          </p:cNvPr>
          <p:cNvSpPr/>
          <p:nvPr userDrawn="1"/>
        </p:nvSpPr>
        <p:spPr>
          <a:xfrm>
            <a:off x="486197" y="3704416"/>
            <a:ext cx="8162502" cy="2606675"/>
          </a:xfrm>
          <a:prstGeom prst="roundRect">
            <a:avLst>
              <a:gd name="adj" fmla="val 5526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: скругленные углы 19">
            <a:extLst>
              <a:ext uri="{FF2B5EF4-FFF2-40B4-BE49-F238E27FC236}">
                <a16:creationId xmlns:a16="http://schemas.microsoft.com/office/drawing/2014/main" xmlns="" id="{E87147A8-451A-4699-9ACA-DE475A103D5D}"/>
              </a:ext>
            </a:extLst>
          </p:cNvPr>
          <p:cNvSpPr/>
          <p:nvPr userDrawn="1"/>
        </p:nvSpPr>
        <p:spPr>
          <a:xfrm>
            <a:off x="486196" y="901700"/>
            <a:ext cx="8162503" cy="2606675"/>
          </a:xfrm>
          <a:prstGeom prst="roundRect">
            <a:avLst>
              <a:gd name="adj" fmla="val 5526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11">
            <a:extLst>
              <a:ext uri="{FF2B5EF4-FFF2-40B4-BE49-F238E27FC236}">
                <a16:creationId xmlns:a16="http://schemas.microsoft.com/office/drawing/2014/main" xmlns="" id="{8E2AF2DE-5C87-4EAF-BF66-B97003E95967}"/>
              </a:ext>
            </a:extLst>
          </p:cNvPr>
          <p:cNvSpPr/>
          <p:nvPr userDrawn="1"/>
        </p:nvSpPr>
        <p:spPr>
          <a:xfrm>
            <a:off x="8801101" y="3704416"/>
            <a:ext cx="2911474" cy="2606675"/>
          </a:xfrm>
          <a:prstGeom prst="roundRect">
            <a:avLst>
              <a:gd name="adj" fmla="val 5526"/>
            </a:avLst>
          </a:prstGeom>
          <a:solidFill>
            <a:srgbClr val="F4F6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17">
            <a:extLst>
              <a:ext uri="{FF2B5EF4-FFF2-40B4-BE49-F238E27FC236}">
                <a16:creationId xmlns:a16="http://schemas.microsoft.com/office/drawing/2014/main" xmlns="" id="{12161821-918A-4DAD-85BC-6B70A781E53E}"/>
              </a:ext>
            </a:extLst>
          </p:cNvPr>
          <p:cNvSpPr/>
          <p:nvPr userDrawn="1"/>
        </p:nvSpPr>
        <p:spPr>
          <a:xfrm>
            <a:off x="8801101" y="901700"/>
            <a:ext cx="2911474" cy="2606675"/>
          </a:xfrm>
          <a:prstGeom prst="roundRect">
            <a:avLst>
              <a:gd name="adj" fmla="val 5526"/>
            </a:avLst>
          </a:prstGeom>
          <a:solidFill>
            <a:srgbClr val="F4F6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Диаграмма 2"/>
          <p:cNvSpPr>
            <a:spLocks noGrp="1"/>
          </p:cNvSpPr>
          <p:nvPr>
            <p:ph type="chart" sz="quarter" idx="17" hasCustomPrompt="1"/>
          </p:nvPr>
        </p:nvSpPr>
        <p:spPr>
          <a:xfrm>
            <a:off x="774847" y="1011637"/>
            <a:ext cx="7585200" cy="2386800"/>
          </a:xfrm>
        </p:spPr>
        <p:txBody>
          <a:bodyPr tIns="828000"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Вставить данные</a:t>
            </a:r>
          </a:p>
        </p:txBody>
      </p:sp>
      <p:sp>
        <p:nvSpPr>
          <p:cNvPr id="9" name="Диаграмма 2"/>
          <p:cNvSpPr>
            <a:spLocks noGrp="1"/>
          </p:cNvSpPr>
          <p:nvPr>
            <p:ph type="chart" sz="quarter" idx="18" hasCustomPrompt="1"/>
          </p:nvPr>
        </p:nvSpPr>
        <p:spPr>
          <a:xfrm>
            <a:off x="774848" y="3814353"/>
            <a:ext cx="7585200" cy="2386800"/>
          </a:xfrm>
        </p:spPr>
        <p:txBody>
          <a:bodyPr tIns="828000"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Вставить данные</a:t>
            </a:r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9228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и и данные 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6"/>
          <p:cNvSpPr>
            <a:spLocks noGrp="1"/>
          </p:cNvSpPr>
          <p:nvPr>
            <p:ph type="sldNum" sz="quarter" idx="15"/>
          </p:nvPr>
        </p:nvSpPr>
        <p:spPr>
          <a:xfrm>
            <a:off x="11195124" y="6474539"/>
            <a:ext cx="517451" cy="123111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Cera CY" panose="00000500000000000000" pitchFamily="2" charset="-52"/>
              </a:defRPr>
            </a:lvl1pPr>
          </a:lstStyle>
          <a:p>
            <a:fld id="{58A9CFFD-EE99-4E11-B8BC-23AC5DDB75E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531462" y="560299"/>
            <a:ext cx="573824" cy="540000"/>
          </a:xfrm>
          <a:prstGeom prst="rect">
            <a:avLst/>
          </a:prstGeom>
        </p:spPr>
      </p:pic>
      <p:sp>
        <p:nvSpPr>
          <p:cNvPr id="12" name="Текст 11">
            <a:extLst>
              <a:ext uri="{FF2B5EF4-FFF2-40B4-BE49-F238E27FC236}">
                <a16:creationId xmlns:a16="http://schemas.microsoft.com/office/drawing/2014/main" xmlns="" id="{BE24BDD4-97EB-49BA-9A0F-A3470B71AC5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6197" y="262556"/>
            <a:ext cx="84600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7" name="Прямоугольник: скругленные углы 18">
            <a:extLst>
              <a:ext uri="{FF2B5EF4-FFF2-40B4-BE49-F238E27FC236}">
                <a16:creationId xmlns:a16="http://schemas.microsoft.com/office/drawing/2014/main" xmlns="" id="{59B3632B-C17D-4C6B-9CA4-B5B26A60E3C6}"/>
              </a:ext>
            </a:extLst>
          </p:cNvPr>
          <p:cNvSpPr/>
          <p:nvPr userDrawn="1"/>
        </p:nvSpPr>
        <p:spPr>
          <a:xfrm>
            <a:off x="486197" y="3704416"/>
            <a:ext cx="8162502" cy="2606675"/>
          </a:xfrm>
          <a:prstGeom prst="roundRect">
            <a:avLst>
              <a:gd name="adj" fmla="val 552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: скругленные углы 19">
            <a:extLst>
              <a:ext uri="{FF2B5EF4-FFF2-40B4-BE49-F238E27FC236}">
                <a16:creationId xmlns:a16="http://schemas.microsoft.com/office/drawing/2014/main" xmlns="" id="{E87147A8-451A-4699-9ACA-DE475A103D5D}"/>
              </a:ext>
            </a:extLst>
          </p:cNvPr>
          <p:cNvSpPr/>
          <p:nvPr userDrawn="1"/>
        </p:nvSpPr>
        <p:spPr>
          <a:xfrm>
            <a:off x="486196" y="901700"/>
            <a:ext cx="8162503" cy="2606675"/>
          </a:xfrm>
          <a:prstGeom prst="roundRect">
            <a:avLst>
              <a:gd name="adj" fmla="val 552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скругленные углы 11">
            <a:extLst>
              <a:ext uri="{FF2B5EF4-FFF2-40B4-BE49-F238E27FC236}">
                <a16:creationId xmlns:a16="http://schemas.microsoft.com/office/drawing/2014/main" xmlns="" id="{8E2AF2DE-5C87-4EAF-BF66-B97003E95967}"/>
              </a:ext>
            </a:extLst>
          </p:cNvPr>
          <p:cNvSpPr/>
          <p:nvPr userDrawn="1"/>
        </p:nvSpPr>
        <p:spPr>
          <a:xfrm>
            <a:off x="8801101" y="3704416"/>
            <a:ext cx="2911474" cy="2606675"/>
          </a:xfrm>
          <a:prstGeom prst="roundRect">
            <a:avLst>
              <a:gd name="adj" fmla="val 552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7">
            <a:extLst>
              <a:ext uri="{FF2B5EF4-FFF2-40B4-BE49-F238E27FC236}">
                <a16:creationId xmlns:a16="http://schemas.microsoft.com/office/drawing/2014/main" xmlns="" id="{12161821-918A-4DAD-85BC-6B70A781E53E}"/>
              </a:ext>
            </a:extLst>
          </p:cNvPr>
          <p:cNvSpPr/>
          <p:nvPr userDrawn="1"/>
        </p:nvSpPr>
        <p:spPr>
          <a:xfrm>
            <a:off x="8801101" y="901700"/>
            <a:ext cx="2911474" cy="2606675"/>
          </a:xfrm>
          <a:prstGeom prst="roundRect">
            <a:avLst>
              <a:gd name="adj" fmla="val 552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Диаграмма 2"/>
          <p:cNvSpPr>
            <a:spLocks noGrp="1"/>
          </p:cNvSpPr>
          <p:nvPr>
            <p:ph type="chart" sz="quarter" idx="17" hasCustomPrompt="1"/>
          </p:nvPr>
        </p:nvSpPr>
        <p:spPr>
          <a:xfrm>
            <a:off x="774847" y="1011637"/>
            <a:ext cx="7585200" cy="2386800"/>
          </a:xfrm>
        </p:spPr>
        <p:txBody>
          <a:bodyPr tIns="82800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Вставить данные</a:t>
            </a:r>
          </a:p>
        </p:txBody>
      </p:sp>
      <p:sp>
        <p:nvSpPr>
          <p:cNvPr id="15" name="Диаграмма 2"/>
          <p:cNvSpPr>
            <a:spLocks noGrp="1"/>
          </p:cNvSpPr>
          <p:nvPr>
            <p:ph type="chart" sz="quarter" idx="18" hasCustomPrompt="1"/>
          </p:nvPr>
        </p:nvSpPr>
        <p:spPr>
          <a:xfrm>
            <a:off x="774848" y="3814353"/>
            <a:ext cx="7585200" cy="2386800"/>
          </a:xfrm>
        </p:spPr>
        <p:txBody>
          <a:bodyPr tIns="82800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Вставить данные</a:t>
            </a:r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02277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5" pos="3840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и и данные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38B0AD-5B62-496D-B546-DCABAD799B7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Прямоугольник: скругленные углы 7">
            <a:extLst>
              <a:ext uri="{FF2B5EF4-FFF2-40B4-BE49-F238E27FC236}">
                <a16:creationId xmlns:a16="http://schemas.microsoft.com/office/drawing/2014/main" xmlns="" id="{DEB5AEF3-F966-4D54-95E5-7095526BCCC4}"/>
              </a:ext>
            </a:extLst>
          </p:cNvPr>
          <p:cNvSpPr/>
          <p:nvPr userDrawn="1"/>
        </p:nvSpPr>
        <p:spPr>
          <a:xfrm>
            <a:off x="6095999" y="1572499"/>
            <a:ext cx="5621813" cy="4192268"/>
          </a:xfrm>
          <a:prstGeom prst="roundRect">
            <a:avLst>
              <a:gd name="adj" fmla="val 5526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Диаграмма 2"/>
          <p:cNvSpPr>
            <a:spLocks noGrp="1"/>
          </p:cNvSpPr>
          <p:nvPr>
            <p:ph type="chart" sz="quarter" idx="18" hasCustomPrompt="1"/>
          </p:nvPr>
        </p:nvSpPr>
        <p:spPr>
          <a:xfrm>
            <a:off x="6311900" y="1853081"/>
            <a:ext cx="5043600" cy="3564000"/>
          </a:xfrm>
        </p:spPr>
        <p:txBody>
          <a:bodyPr tIns="828000"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Вставить данные</a:t>
            </a: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447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и и данные 10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6"/>
          <p:cNvSpPr>
            <a:spLocks noGrp="1"/>
          </p:cNvSpPr>
          <p:nvPr>
            <p:ph type="sldNum" sz="quarter" idx="15"/>
          </p:nvPr>
        </p:nvSpPr>
        <p:spPr>
          <a:xfrm>
            <a:off x="11195124" y="6474539"/>
            <a:ext cx="517451" cy="123111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Cera CY" panose="00000500000000000000" pitchFamily="2" charset="-52"/>
              </a:defRPr>
            </a:lvl1pPr>
          </a:lstStyle>
          <a:p>
            <a:fld id="{58A9CFFD-EE99-4E11-B8BC-23AC5DDB75E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531462" y="560299"/>
            <a:ext cx="573824" cy="540000"/>
          </a:xfrm>
          <a:prstGeom prst="rect">
            <a:avLst/>
          </a:prstGeom>
        </p:spPr>
      </p:pic>
      <p:sp>
        <p:nvSpPr>
          <p:cNvPr id="12" name="Текст 11">
            <a:extLst>
              <a:ext uri="{FF2B5EF4-FFF2-40B4-BE49-F238E27FC236}">
                <a16:creationId xmlns:a16="http://schemas.microsoft.com/office/drawing/2014/main" xmlns="" id="{BE24BDD4-97EB-49BA-9A0F-A3470B71AC5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6197" y="262556"/>
            <a:ext cx="84600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Прямоугольник: скругленные углы 7">
            <a:extLst>
              <a:ext uri="{FF2B5EF4-FFF2-40B4-BE49-F238E27FC236}">
                <a16:creationId xmlns:a16="http://schemas.microsoft.com/office/drawing/2014/main" xmlns="" id="{DEB5AEF3-F966-4D54-95E5-7095526BCCC4}"/>
              </a:ext>
            </a:extLst>
          </p:cNvPr>
          <p:cNvSpPr/>
          <p:nvPr userDrawn="1"/>
        </p:nvSpPr>
        <p:spPr>
          <a:xfrm>
            <a:off x="6095999" y="1572499"/>
            <a:ext cx="5621813" cy="4192268"/>
          </a:xfrm>
          <a:prstGeom prst="roundRect">
            <a:avLst>
              <a:gd name="adj" fmla="val 552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Диаграмма 2"/>
          <p:cNvSpPr>
            <a:spLocks noGrp="1"/>
          </p:cNvSpPr>
          <p:nvPr>
            <p:ph type="chart" sz="quarter" idx="18" hasCustomPrompt="1"/>
          </p:nvPr>
        </p:nvSpPr>
        <p:spPr>
          <a:xfrm>
            <a:off x="6311900" y="1853081"/>
            <a:ext cx="5043600" cy="3564000"/>
          </a:xfrm>
        </p:spPr>
        <p:txBody>
          <a:bodyPr tIns="82800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Вставить данные</a:t>
            </a: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91615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5" pos="3840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и и данные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38B0AD-5B62-496D-B546-DCABAD799B7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Прямоугольник: скругленные углы 35">
            <a:extLst>
              <a:ext uri="{FF2B5EF4-FFF2-40B4-BE49-F238E27FC236}">
                <a16:creationId xmlns:a16="http://schemas.microsoft.com/office/drawing/2014/main" xmlns="" id="{DA0CACC1-C1B3-4839-BBE8-3DD0EEA4205C}"/>
              </a:ext>
            </a:extLst>
          </p:cNvPr>
          <p:cNvSpPr/>
          <p:nvPr userDrawn="1"/>
        </p:nvSpPr>
        <p:spPr>
          <a:xfrm>
            <a:off x="486198" y="1319649"/>
            <a:ext cx="2495128" cy="4523501"/>
          </a:xfrm>
          <a:prstGeom prst="roundRect">
            <a:avLst>
              <a:gd name="adj" fmla="val 5526"/>
            </a:avLst>
          </a:prstGeom>
          <a:solidFill>
            <a:srgbClr val="F4F6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: скругленные углы 38">
            <a:extLst>
              <a:ext uri="{FF2B5EF4-FFF2-40B4-BE49-F238E27FC236}">
                <a16:creationId xmlns:a16="http://schemas.microsoft.com/office/drawing/2014/main" xmlns="" id="{60F71AB8-D77B-4872-A40D-FA29CC48C7A9}"/>
              </a:ext>
            </a:extLst>
          </p:cNvPr>
          <p:cNvSpPr/>
          <p:nvPr userDrawn="1"/>
        </p:nvSpPr>
        <p:spPr>
          <a:xfrm>
            <a:off x="3396614" y="1319649"/>
            <a:ext cx="2495128" cy="4523501"/>
          </a:xfrm>
          <a:prstGeom prst="roundRect">
            <a:avLst>
              <a:gd name="adj" fmla="val 5526"/>
            </a:avLst>
          </a:prstGeom>
          <a:solidFill>
            <a:srgbClr val="F4F6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: скругленные углы 41">
            <a:extLst>
              <a:ext uri="{FF2B5EF4-FFF2-40B4-BE49-F238E27FC236}">
                <a16:creationId xmlns:a16="http://schemas.microsoft.com/office/drawing/2014/main" xmlns="" id="{4FD9268D-798C-4A59-9503-0BEA46A6C9D6}"/>
              </a:ext>
            </a:extLst>
          </p:cNvPr>
          <p:cNvSpPr/>
          <p:nvPr userDrawn="1"/>
        </p:nvSpPr>
        <p:spPr>
          <a:xfrm>
            <a:off x="6307030" y="1319649"/>
            <a:ext cx="2495128" cy="4523501"/>
          </a:xfrm>
          <a:prstGeom prst="roundRect">
            <a:avLst>
              <a:gd name="adj" fmla="val 5526"/>
            </a:avLst>
          </a:prstGeom>
          <a:solidFill>
            <a:srgbClr val="F4F6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: скругленные углы 44">
            <a:extLst>
              <a:ext uri="{FF2B5EF4-FFF2-40B4-BE49-F238E27FC236}">
                <a16:creationId xmlns:a16="http://schemas.microsoft.com/office/drawing/2014/main" xmlns="" id="{EC6BCB17-5AE8-4923-AAAD-470F0F68CCB6}"/>
              </a:ext>
            </a:extLst>
          </p:cNvPr>
          <p:cNvSpPr/>
          <p:nvPr userDrawn="1"/>
        </p:nvSpPr>
        <p:spPr>
          <a:xfrm>
            <a:off x="9217447" y="1319649"/>
            <a:ext cx="2495128" cy="4523501"/>
          </a:xfrm>
          <a:prstGeom prst="roundRect">
            <a:avLst>
              <a:gd name="adj" fmla="val 5526"/>
            </a:avLst>
          </a:prstGeom>
          <a:solidFill>
            <a:srgbClr val="F4F6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Диаграмма 2"/>
          <p:cNvSpPr>
            <a:spLocks noGrp="1"/>
          </p:cNvSpPr>
          <p:nvPr>
            <p:ph type="chart" sz="quarter" idx="17" hasCustomPrompt="1"/>
          </p:nvPr>
        </p:nvSpPr>
        <p:spPr>
          <a:xfrm>
            <a:off x="537601" y="1457860"/>
            <a:ext cx="2385548" cy="4247078"/>
          </a:xfrm>
        </p:spPr>
        <p:txBody>
          <a:bodyPr tIns="828000"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Вставить данные</a:t>
            </a:r>
          </a:p>
        </p:txBody>
      </p:sp>
      <p:sp>
        <p:nvSpPr>
          <p:cNvPr id="16" name="Диаграмма 2"/>
          <p:cNvSpPr>
            <a:spLocks noGrp="1"/>
          </p:cNvSpPr>
          <p:nvPr>
            <p:ph type="chart" sz="quarter" idx="18" hasCustomPrompt="1"/>
          </p:nvPr>
        </p:nvSpPr>
        <p:spPr>
          <a:xfrm>
            <a:off x="3451404" y="1457860"/>
            <a:ext cx="2385548" cy="4247078"/>
          </a:xfrm>
        </p:spPr>
        <p:txBody>
          <a:bodyPr tIns="828000"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Вставить данные</a:t>
            </a:r>
          </a:p>
        </p:txBody>
      </p:sp>
      <p:sp>
        <p:nvSpPr>
          <p:cNvPr id="17" name="Диаграмма 2"/>
          <p:cNvSpPr>
            <a:spLocks noGrp="1"/>
          </p:cNvSpPr>
          <p:nvPr>
            <p:ph type="chart" sz="quarter" idx="19" hasCustomPrompt="1"/>
          </p:nvPr>
        </p:nvSpPr>
        <p:spPr>
          <a:xfrm>
            <a:off x="6361820" y="1457860"/>
            <a:ext cx="2385548" cy="4247078"/>
          </a:xfrm>
        </p:spPr>
        <p:txBody>
          <a:bodyPr tIns="828000"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Вставить данные</a:t>
            </a:r>
          </a:p>
        </p:txBody>
      </p:sp>
      <p:sp>
        <p:nvSpPr>
          <p:cNvPr id="18" name="Диаграмма 2"/>
          <p:cNvSpPr>
            <a:spLocks noGrp="1"/>
          </p:cNvSpPr>
          <p:nvPr>
            <p:ph type="chart" sz="quarter" idx="20" hasCustomPrompt="1"/>
          </p:nvPr>
        </p:nvSpPr>
        <p:spPr>
          <a:xfrm>
            <a:off x="9272237" y="1457860"/>
            <a:ext cx="2385548" cy="4247078"/>
          </a:xfrm>
        </p:spPr>
        <p:txBody>
          <a:bodyPr tIns="828000"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Вставить данные</a:t>
            </a:r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4258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и и данные 1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6"/>
          <p:cNvSpPr>
            <a:spLocks noGrp="1"/>
          </p:cNvSpPr>
          <p:nvPr>
            <p:ph type="sldNum" sz="quarter" idx="15"/>
          </p:nvPr>
        </p:nvSpPr>
        <p:spPr>
          <a:xfrm>
            <a:off x="11195124" y="6474539"/>
            <a:ext cx="517451" cy="123111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Cera CY" panose="00000500000000000000" pitchFamily="2" charset="-52"/>
              </a:defRPr>
            </a:lvl1pPr>
          </a:lstStyle>
          <a:p>
            <a:fld id="{58A9CFFD-EE99-4E11-B8BC-23AC5DDB75E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531462" y="560299"/>
            <a:ext cx="573824" cy="540000"/>
          </a:xfrm>
          <a:prstGeom prst="rect">
            <a:avLst/>
          </a:prstGeom>
        </p:spPr>
      </p:pic>
      <p:sp>
        <p:nvSpPr>
          <p:cNvPr id="12" name="Текст 11">
            <a:extLst>
              <a:ext uri="{FF2B5EF4-FFF2-40B4-BE49-F238E27FC236}">
                <a16:creationId xmlns:a16="http://schemas.microsoft.com/office/drawing/2014/main" xmlns="" id="{BE24BDD4-97EB-49BA-9A0F-A3470B71AC5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6197" y="262556"/>
            <a:ext cx="84600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8" name="Прямоугольник: скругленные углы 35">
            <a:extLst>
              <a:ext uri="{FF2B5EF4-FFF2-40B4-BE49-F238E27FC236}">
                <a16:creationId xmlns:a16="http://schemas.microsoft.com/office/drawing/2014/main" xmlns="" id="{DA0CACC1-C1B3-4839-BBE8-3DD0EEA4205C}"/>
              </a:ext>
            </a:extLst>
          </p:cNvPr>
          <p:cNvSpPr/>
          <p:nvPr userDrawn="1"/>
        </p:nvSpPr>
        <p:spPr>
          <a:xfrm>
            <a:off x="482811" y="1319649"/>
            <a:ext cx="2495128" cy="4523501"/>
          </a:xfrm>
          <a:prstGeom prst="roundRect">
            <a:avLst>
              <a:gd name="adj" fmla="val 552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скругленные углы 38">
            <a:extLst>
              <a:ext uri="{FF2B5EF4-FFF2-40B4-BE49-F238E27FC236}">
                <a16:creationId xmlns:a16="http://schemas.microsoft.com/office/drawing/2014/main" xmlns="" id="{60F71AB8-D77B-4872-A40D-FA29CC48C7A9}"/>
              </a:ext>
            </a:extLst>
          </p:cNvPr>
          <p:cNvSpPr/>
          <p:nvPr userDrawn="1"/>
        </p:nvSpPr>
        <p:spPr>
          <a:xfrm>
            <a:off x="3396614" y="1319649"/>
            <a:ext cx="2495128" cy="4523501"/>
          </a:xfrm>
          <a:prstGeom prst="roundRect">
            <a:avLst>
              <a:gd name="adj" fmla="val 552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41">
            <a:extLst>
              <a:ext uri="{FF2B5EF4-FFF2-40B4-BE49-F238E27FC236}">
                <a16:creationId xmlns:a16="http://schemas.microsoft.com/office/drawing/2014/main" xmlns="" id="{4FD9268D-798C-4A59-9503-0BEA46A6C9D6}"/>
              </a:ext>
            </a:extLst>
          </p:cNvPr>
          <p:cNvSpPr/>
          <p:nvPr userDrawn="1"/>
        </p:nvSpPr>
        <p:spPr>
          <a:xfrm>
            <a:off x="6307030" y="1319649"/>
            <a:ext cx="2495128" cy="4523501"/>
          </a:xfrm>
          <a:prstGeom prst="roundRect">
            <a:avLst>
              <a:gd name="adj" fmla="val 552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44">
            <a:extLst>
              <a:ext uri="{FF2B5EF4-FFF2-40B4-BE49-F238E27FC236}">
                <a16:creationId xmlns:a16="http://schemas.microsoft.com/office/drawing/2014/main" xmlns="" id="{EC6BCB17-5AE8-4923-AAAD-470F0F68CCB6}"/>
              </a:ext>
            </a:extLst>
          </p:cNvPr>
          <p:cNvSpPr/>
          <p:nvPr userDrawn="1"/>
        </p:nvSpPr>
        <p:spPr>
          <a:xfrm>
            <a:off x="9217447" y="1319649"/>
            <a:ext cx="2495128" cy="4523501"/>
          </a:xfrm>
          <a:prstGeom prst="roundRect">
            <a:avLst>
              <a:gd name="adj" fmla="val 552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Диаграмма 2"/>
          <p:cNvSpPr>
            <a:spLocks noGrp="1"/>
          </p:cNvSpPr>
          <p:nvPr>
            <p:ph type="chart" sz="quarter" idx="17" hasCustomPrompt="1"/>
          </p:nvPr>
        </p:nvSpPr>
        <p:spPr>
          <a:xfrm>
            <a:off x="537601" y="1457860"/>
            <a:ext cx="2385548" cy="4247078"/>
          </a:xfrm>
        </p:spPr>
        <p:txBody>
          <a:bodyPr tIns="82800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Вставить данные</a:t>
            </a:r>
          </a:p>
        </p:txBody>
      </p:sp>
      <p:sp>
        <p:nvSpPr>
          <p:cNvPr id="18" name="Диаграмма 2"/>
          <p:cNvSpPr>
            <a:spLocks noGrp="1"/>
          </p:cNvSpPr>
          <p:nvPr>
            <p:ph type="chart" sz="quarter" idx="18" hasCustomPrompt="1"/>
          </p:nvPr>
        </p:nvSpPr>
        <p:spPr>
          <a:xfrm>
            <a:off x="3451404" y="1457860"/>
            <a:ext cx="2385548" cy="4247078"/>
          </a:xfrm>
        </p:spPr>
        <p:txBody>
          <a:bodyPr tIns="82800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Вставить данные</a:t>
            </a:r>
          </a:p>
        </p:txBody>
      </p:sp>
      <p:sp>
        <p:nvSpPr>
          <p:cNvPr id="19" name="Диаграмма 2"/>
          <p:cNvSpPr>
            <a:spLocks noGrp="1"/>
          </p:cNvSpPr>
          <p:nvPr>
            <p:ph type="chart" sz="quarter" idx="19" hasCustomPrompt="1"/>
          </p:nvPr>
        </p:nvSpPr>
        <p:spPr>
          <a:xfrm>
            <a:off x="6361820" y="1457860"/>
            <a:ext cx="2385548" cy="4247078"/>
          </a:xfrm>
        </p:spPr>
        <p:txBody>
          <a:bodyPr tIns="82800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Вставить данные</a:t>
            </a:r>
          </a:p>
        </p:txBody>
      </p:sp>
      <p:sp>
        <p:nvSpPr>
          <p:cNvPr id="20" name="Диаграмма 2"/>
          <p:cNvSpPr>
            <a:spLocks noGrp="1"/>
          </p:cNvSpPr>
          <p:nvPr>
            <p:ph type="chart" sz="quarter" idx="20" hasCustomPrompt="1"/>
          </p:nvPr>
        </p:nvSpPr>
        <p:spPr>
          <a:xfrm>
            <a:off x="9272237" y="1457860"/>
            <a:ext cx="2385548" cy="4247078"/>
          </a:xfrm>
        </p:spPr>
        <p:txBody>
          <a:bodyPr tIns="82800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Вставить данные</a:t>
            </a:r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89879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5" pos="3840">
          <p15:clr>
            <a:srgbClr val="A4A3A4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мидж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38B0AD-5B62-496D-B546-DCABAD799B7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2" name="Рисунок 5"/>
          <p:cNvSpPr>
            <a:spLocks noGrp="1"/>
          </p:cNvSpPr>
          <p:nvPr>
            <p:ph type="pic" sz="quarter" idx="11" hasCustomPrompt="1"/>
          </p:nvPr>
        </p:nvSpPr>
        <p:spPr>
          <a:xfrm>
            <a:off x="488950" y="1297408"/>
            <a:ext cx="7344000" cy="4262400"/>
          </a:xfrm>
          <a:prstGeom prst="roundRect">
            <a:avLst>
              <a:gd name="adj" fmla="val 2432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tr" rotWithShape="0">
              <a:srgbClr val="73B0FF">
                <a:alpha val="50000"/>
              </a:srgb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488951" y="325630"/>
            <a:ext cx="8460000" cy="443198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774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мидж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6"/>
          <p:cNvSpPr>
            <a:spLocks noGrp="1"/>
          </p:cNvSpPr>
          <p:nvPr>
            <p:ph type="sldNum" sz="quarter" idx="15"/>
          </p:nvPr>
        </p:nvSpPr>
        <p:spPr>
          <a:xfrm>
            <a:off x="11195124" y="6474539"/>
            <a:ext cx="517451" cy="123111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Cera CY" panose="00000500000000000000" pitchFamily="2" charset="-52"/>
              </a:defRPr>
            </a:lvl1pPr>
          </a:lstStyle>
          <a:p>
            <a:fld id="{58A9CFFD-EE99-4E11-B8BC-23AC5DDB75E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531462" y="560299"/>
            <a:ext cx="573824" cy="540000"/>
          </a:xfrm>
          <a:prstGeom prst="rect">
            <a:avLst/>
          </a:prstGeom>
        </p:spPr>
      </p:pic>
      <p:sp>
        <p:nvSpPr>
          <p:cNvPr id="15" name="Рисунок 5"/>
          <p:cNvSpPr>
            <a:spLocks noGrp="1"/>
          </p:cNvSpPr>
          <p:nvPr>
            <p:ph type="pic" sz="quarter" idx="11" hasCustomPrompt="1"/>
          </p:nvPr>
        </p:nvSpPr>
        <p:spPr>
          <a:xfrm>
            <a:off x="488950" y="1297408"/>
            <a:ext cx="7335838" cy="4262400"/>
          </a:xfrm>
          <a:prstGeom prst="roundRect">
            <a:avLst>
              <a:gd name="adj" fmla="val 2432"/>
            </a:avLst>
          </a:prstGeo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444500" dist="88900" dir="8100000" algn="tl" rotWithShape="0">
              <a:schemeClr val="accent1">
                <a:lumMod val="50000"/>
                <a:alpha val="70000"/>
              </a:scheme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488951" y="325630"/>
            <a:ext cx="8460000" cy="4431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65032370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5" pos="3840">
          <p15:clr>
            <a:srgbClr val="A4A3A4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мидж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38B0AD-5B62-496D-B546-DCABAD799B7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2" name="Рисунок 5"/>
          <p:cNvSpPr>
            <a:spLocks noGrp="1"/>
          </p:cNvSpPr>
          <p:nvPr>
            <p:ph type="pic" sz="quarter" idx="11" hasCustomPrompt="1"/>
          </p:nvPr>
        </p:nvSpPr>
        <p:spPr>
          <a:xfrm>
            <a:off x="488950" y="1057666"/>
            <a:ext cx="5392800" cy="3128400"/>
          </a:xfrm>
          <a:prstGeom prst="roundRect">
            <a:avLst>
              <a:gd name="adj" fmla="val 2432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tr" rotWithShape="0">
              <a:srgbClr val="73B0FF">
                <a:alpha val="50000"/>
              </a:srgb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488951" y="325630"/>
            <a:ext cx="8460000" cy="443198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Рисунок 5"/>
          <p:cNvSpPr>
            <a:spLocks noGrp="1"/>
          </p:cNvSpPr>
          <p:nvPr>
            <p:ph type="pic" sz="quarter" idx="12" hasCustomPrompt="1"/>
          </p:nvPr>
        </p:nvSpPr>
        <p:spPr>
          <a:xfrm>
            <a:off x="6320446" y="1057666"/>
            <a:ext cx="5392800" cy="3128400"/>
          </a:xfrm>
          <a:prstGeom prst="roundRect">
            <a:avLst>
              <a:gd name="adj" fmla="val 2432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tr" rotWithShape="0">
              <a:srgbClr val="73B0FF">
                <a:alpha val="50000"/>
              </a:srgb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1101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мидж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6"/>
          <p:cNvSpPr>
            <a:spLocks noGrp="1"/>
          </p:cNvSpPr>
          <p:nvPr>
            <p:ph type="sldNum" sz="quarter" idx="15"/>
          </p:nvPr>
        </p:nvSpPr>
        <p:spPr>
          <a:xfrm>
            <a:off x="11195124" y="6474539"/>
            <a:ext cx="517451" cy="123111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Cera CY" panose="00000500000000000000" pitchFamily="2" charset="-52"/>
              </a:defRPr>
            </a:lvl1pPr>
          </a:lstStyle>
          <a:p>
            <a:fld id="{58A9CFFD-EE99-4E11-B8BC-23AC5DDB75E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531462" y="560299"/>
            <a:ext cx="573824" cy="540000"/>
          </a:xfrm>
          <a:prstGeom prst="rect">
            <a:avLst/>
          </a:prstGeom>
        </p:spPr>
      </p:pic>
      <p:sp>
        <p:nvSpPr>
          <p:cNvPr id="7" name="Текст 11">
            <a:extLst>
              <a:ext uri="{FF2B5EF4-FFF2-40B4-BE49-F238E27FC236}">
                <a16:creationId xmlns:a16="http://schemas.microsoft.com/office/drawing/2014/main" xmlns="" id="{BE24BDD4-97EB-49BA-9A0F-A3470B71AC5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6197" y="262556"/>
            <a:ext cx="84600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8" name="Рисунок 5"/>
          <p:cNvSpPr>
            <a:spLocks noGrp="1"/>
          </p:cNvSpPr>
          <p:nvPr>
            <p:ph type="pic" sz="quarter" idx="11" hasCustomPrompt="1"/>
          </p:nvPr>
        </p:nvSpPr>
        <p:spPr>
          <a:xfrm>
            <a:off x="488950" y="1057666"/>
            <a:ext cx="5392800" cy="3128400"/>
          </a:xfrm>
          <a:prstGeom prst="roundRect">
            <a:avLst>
              <a:gd name="adj" fmla="val 2432"/>
            </a:avLst>
          </a:prstGeo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tl" rotWithShape="0">
              <a:schemeClr val="accent1">
                <a:lumMod val="50000"/>
                <a:alpha val="70000"/>
              </a:scheme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sp>
        <p:nvSpPr>
          <p:cNvPr id="11" name="Рисунок 5"/>
          <p:cNvSpPr>
            <a:spLocks noGrp="1"/>
          </p:cNvSpPr>
          <p:nvPr>
            <p:ph type="pic" sz="quarter" idx="12" hasCustomPrompt="1"/>
          </p:nvPr>
        </p:nvSpPr>
        <p:spPr>
          <a:xfrm>
            <a:off x="6320446" y="1057666"/>
            <a:ext cx="5392800" cy="3128400"/>
          </a:xfrm>
          <a:prstGeom prst="roundRect">
            <a:avLst>
              <a:gd name="adj" fmla="val 2432"/>
            </a:avLst>
          </a:prstGeo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tl" rotWithShape="0">
              <a:schemeClr val="accent1">
                <a:lumMod val="50000"/>
                <a:alpha val="70000"/>
              </a:scheme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64104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5" pos="3840">
          <p15:clr>
            <a:srgbClr val="A4A3A4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мидж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38B0AD-5B62-496D-B546-DCABAD799B7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488950" y="325630"/>
            <a:ext cx="8460000" cy="443198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Рисунок 5"/>
          <p:cNvSpPr>
            <a:spLocks noGrp="1"/>
          </p:cNvSpPr>
          <p:nvPr>
            <p:ph type="pic" sz="quarter" idx="11" hasCustomPrompt="1"/>
          </p:nvPr>
        </p:nvSpPr>
        <p:spPr>
          <a:xfrm>
            <a:off x="488950" y="1406981"/>
            <a:ext cx="3445200" cy="2001600"/>
          </a:xfrm>
          <a:prstGeom prst="roundRect">
            <a:avLst>
              <a:gd name="adj" fmla="val 2432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tr" rotWithShape="0">
              <a:srgbClr val="73B0FF">
                <a:alpha val="50000"/>
              </a:srgb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sp>
        <p:nvSpPr>
          <p:cNvPr id="9" name="Рисунок 5"/>
          <p:cNvSpPr>
            <a:spLocks noGrp="1"/>
          </p:cNvSpPr>
          <p:nvPr>
            <p:ph type="pic" sz="quarter" idx="17" hasCustomPrompt="1"/>
          </p:nvPr>
        </p:nvSpPr>
        <p:spPr>
          <a:xfrm>
            <a:off x="8273680" y="1406981"/>
            <a:ext cx="3445200" cy="2001600"/>
          </a:xfrm>
          <a:prstGeom prst="roundRect">
            <a:avLst>
              <a:gd name="adj" fmla="val 2432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tr" rotWithShape="0">
              <a:srgbClr val="73B0FF">
                <a:alpha val="50000"/>
              </a:srgb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sp>
        <p:nvSpPr>
          <p:cNvPr id="10" name="Рисунок 5"/>
          <p:cNvSpPr>
            <a:spLocks noGrp="1"/>
          </p:cNvSpPr>
          <p:nvPr>
            <p:ph type="pic" sz="quarter" idx="18" hasCustomPrompt="1"/>
          </p:nvPr>
        </p:nvSpPr>
        <p:spPr>
          <a:xfrm>
            <a:off x="4381315" y="1406981"/>
            <a:ext cx="3445200" cy="2001600"/>
          </a:xfrm>
          <a:prstGeom prst="roundRect">
            <a:avLst>
              <a:gd name="adj" fmla="val 2432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tr" rotWithShape="0">
              <a:srgbClr val="73B0FF">
                <a:alpha val="50000"/>
              </a:srgb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73623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мидж 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6"/>
          <p:cNvSpPr>
            <a:spLocks noGrp="1"/>
          </p:cNvSpPr>
          <p:nvPr>
            <p:ph type="sldNum" sz="quarter" idx="15"/>
          </p:nvPr>
        </p:nvSpPr>
        <p:spPr>
          <a:xfrm>
            <a:off x="11195124" y="6474539"/>
            <a:ext cx="517451" cy="123111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Cera CY" panose="00000500000000000000" pitchFamily="2" charset="-52"/>
              </a:defRPr>
            </a:lvl1pPr>
          </a:lstStyle>
          <a:p>
            <a:fld id="{58A9CFFD-EE99-4E11-B8BC-23AC5DDB75E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531462" y="560299"/>
            <a:ext cx="573824" cy="540000"/>
          </a:xfrm>
          <a:prstGeom prst="rect">
            <a:avLst/>
          </a:prstGeom>
        </p:spPr>
      </p:pic>
      <p:sp>
        <p:nvSpPr>
          <p:cNvPr id="7" name="Текст 11">
            <a:extLst>
              <a:ext uri="{FF2B5EF4-FFF2-40B4-BE49-F238E27FC236}">
                <a16:creationId xmlns:a16="http://schemas.microsoft.com/office/drawing/2014/main" xmlns="" id="{BE24BDD4-97EB-49BA-9A0F-A3470B71AC5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6197" y="262556"/>
            <a:ext cx="84600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8" name="Рисунок 5"/>
          <p:cNvSpPr>
            <a:spLocks noGrp="1"/>
          </p:cNvSpPr>
          <p:nvPr>
            <p:ph type="pic" sz="quarter" idx="11" hasCustomPrompt="1"/>
          </p:nvPr>
        </p:nvSpPr>
        <p:spPr>
          <a:xfrm>
            <a:off x="488950" y="1406981"/>
            <a:ext cx="3445200" cy="2001600"/>
          </a:xfrm>
          <a:prstGeom prst="roundRect">
            <a:avLst>
              <a:gd name="adj" fmla="val 2432"/>
            </a:avLst>
          </a:prstGeo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tl" rotWithShape="0">
              <a:schemeClr val="accent1">
                <a:lumMod val="50000"/>
                <a:alpha val="70000"/>
              </a:scheme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sp>
        <p:nvSpPr>
          <p:cNvPr id="13" name="Рисунок 5"/>
          <p:cNvSpPr>
            <a:spLocks noGrp="1"/>
          </p:cNvSpPr>
          <p:nvPr>
            <p:ph type="pic" sz="quarter" idx="17" hasCustomPrompt="1"/>
          </p:nvPr>
        </p:nvSpPr>
        <p:spPr>
          <a:xfrm>
            <a:off x="8273680" y="1406981"/>
            <a:ext cx="3445200" cy="2001600"/>
          </a:xfrm>
          <a:prstGeom prst="roundRect">
            <a:avLst>
              <a:gd name="adj" fmla="val 2432"/>
            </a:avLst>
          </a:prstGeo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tl" rotWithShape="0">
              <a:schemeClr val="accent1">
                <a:lumMod val="50000"/>
                <a:alpha val="70000"/>
              </a:scheme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sp>
        <p:nvSpPr>
          <p:cNvPr id="14" name="Рисунок 5"/>
          <p:cNvSpPr>
            <a:spLocks noGrp="1"/>
          </p:cNvSpPr>
          <p:nvPr>
            <p:ph type="pic" sz="quarter" idx="18" hasCustomPrompt="1"/>
          </p:nvPr>
        </p:nvSpPr>
        <p:spPr>
          <a:xfrm>
            <a:off x="4381315" y="1406981"/>
            <a:ext cx="3445200" cy="2001600"/>
          </a:xfrm>
          <a:prstGeom prst="roundRect">
            <a:avLst>
              <a:gd name="adj" fmla="val 2432"/>
            </a:avLst>
          </a:prstGeo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tl" rotWithShape="0">
              <a:schemeClr val="accent1">
                <a:lumMod val="50000"/>
                <a:alpha val="70000"/>
              </a:scheme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13840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5" pos="3840">
          <p15:clr>
            <a:srgbClr val="A4A3A4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мидж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38B0AD-5B62-496D-B546-DCABAD799B7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Рисунок 5"/>
          <p:cNvSpPr>
            <a:spLocks noGrp="1"/>
          </p:cNvSpPr>
          <p:nvPr>
            <p:ph type="pic" sz="quarter" idx="11" hasCustomPrompt="1"/>
          </p:nvPr>
        </p:nvSpPr>
        <p:spPr>
          <a:xfrm>
            <a:off x="2001000" y="1052513"/>
            <a:ext cx="8190000" cy="4752000"/>
          </a:xfrm>
          <a:prstGeom prst="roundRect">
            <a:avLst>
              <a:gd name="adj" fmla="val 2432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tr" rotWithShape="0">
              <a:srgbClr val="73B0FF">
                <a:alpha val="50000"/>
              </a:srgb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488951" y="325630"/>
            <a:ext cx="8460000" cy="443198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5676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мидж 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6"/>
          <p:cNvSpPr>
            <a:spLocks noGrp="1"/>
          </p:cNvSpPr>
          <p:nvPr>
            <p:ph type="sldNum" sz="quarter" idx="15"/>
          </p:nvPr>
        </p:nvSpPr>
        <p:spPr>
          <a:xfrm>
            <a:off x="11195124" y="6474539"/>
            <a:ext cx="517451" cy="123111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Cera CY" panose="00000500000000000000" pitchFamily="2" charset="-52"/>
              </a:defRPr>
            </a:lvl1pPr>
          </a:lstStyle>
          <a:p>
            <a:fld id="{58A9CFFD-EE99-4E11-B8BC-23AC5DDB75E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531462" y="560299"/>
            <a:ext cx="573824" cy="540000"/>
          </a:xfrm>
          <a:prstGeom prst="rect">
            <a:avLst/>
          </a:prstGeom>
        </p:spPr>
      </p:pic>
      <p:sp>
        <p:nvSpPr>
          <p:cNvPr id="8" name="Рисунок 5"/>
          <p:cNvSpPr>
            <a:spLocks noGrp="1"/>
          </p:cNvSpPr>
          <p:nvPr>
            <p:ph type="pic" sz="quarter" idx="11" hasCustomPrompt="1"/>
          </p:nvPr>
        </p:nvSpPr>
        <p:spPr>
          <a:xfrm>
            <a:off x="2001000" y="1052513"/>
            <a:ext cx="8190000" cy="4752000"/>
          </a:xfrm>
          <a:prstGeom prst="roundRect">
            <a:avLst>
              <a:gd name="adj" fmla="val 2432"/>
            </a:avLst>
          </a:prstGeo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tl" rotWithShape="0">
              <a:schemeClr val="accent1">
                <a:lumMod val="50000"/>
                <a:alpha val="70000"/>
              </a:scheme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488951" y="325630"/>
            <a:ext cx="8460000" cy="4431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65634907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5" pos="3840">
          <p15:clr>
            <a:srgbClr val="A4A3A4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еди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38B0AD-5B62-496D-B546-DCABAD799B7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488951" y="325630"/>
            <a:ext cx="8460000" cy="443198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9" name="Рисунок 5"/>
          <p:cNvSpPr>
            <a:spLocks noGrp="1"/>
          </p:cNvSpPr>
          <p:nvPr>
            <p:ph type="pic" sz="quarter" idx="11" hasCustomPrompt="1"/>
          </p:nvPr>
        </p:nvSpPr>
        <p:spPr>
          <a:xfrm>
            <a:off x="1380162" y="2016722"/>
            <a:ext cx="1857600" cy="4006888"/>
          </a:xfrm>
          <a:prstGeom prst="round2SameRect">
            <a:avLst>
              <a:gd name="adj1" fmla="val 0"/>
              <a:gd name="adj2" fmla="val 11959"/>
            </a:avLst>
          </a:prstGeom>
          <a:blipFill dpi="0" rotWithShape="0">
            <a:blip r:embed="rId2"/>
            <a:srcRect/>
            <a:tile tx="0" ty="0" sx="60000" sy="60000" flip="none" algn="ctr"/>
          </a:blipFill>
          <a:ln>
            <a:noFill/>
          </a:ln>
          <a:effectLst/>
        </p:spPr>
        <p:txBody>
          <a:bodyPr tIns="158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 и перенести его «На задний план» через правую кнопку мышки</a:t>
            </a:r>
          </a:p>
        </p:txBody>
      </p:sp>
      <p:sp>
        <p:nvSpPr>
          <p:cNvPr id="20" name="Рисунок 5"/>
          <p:cNvSpPr>
            <a:spLocks noGrp="1"/>
          </p:cNvSpPr>
          <p:nvPr>
            <p:ph type="pic" sz="quarter" idx="12" hasCustomPrompt="1"/>
          </p:nvPr>
        </p:nvSpPr>
        <p:spPr>
          <a:xfrm>
            <a:off x="5172874" y="2016722"/>
            <a:ext cx="1857600" cy="4006888"/>
          </a:xfrm>
          <a:prstGeom prst="round2SameRect">
            <a:avLst>
              <a:gd name="adj1" fmla="val 0"/>
              <a:gd name="adj2" fmla="val 11959"/>
            </a:avLst>
          </a:prstGeom>
          <a:blipFill dpi="0" rotWithShape="0">
            <a:blip r:embed="rId2"/>
            <a:srcRect/>
            <a:tile tx="0" ty="0" sx="60000" sy="60000" flip="none" algn="ctr"/>
          </a:blipFill>
          <a:ln>
            <a:noFill/>
          </a:ln>
          <a:effectLst/>
        </p:spPr>
        <p:txBody>
          <a:bodyPr tIns="158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 и перенести его «На задний план» через правую кнопку мышки</a:t>
            </a:r>
          </a:p>
        </p:txBody>
      </p:sp>
      <p:sp>
        <p:nvSpPr>
          <p:cNvPr id="21" name="Рисунок 5"/>
          <p:cNvSpPr>
            <a:spLocks noGrp="1"/>
          </p:cNvSpPr>
          <p:nvPr>
            <p:ph type="pic" sz="quarter" idx="13" hasCustomPrompt="1"/>
          </p:nvPr>
        </p:nvSpPr>
        <p:spPr>
          <a:xfrm>
            <a:off x="8961481" y="2016722"/>
            <a:ext cx="1857600" cy="4006888"/>
          </a:xfrm>
          <a:prstGeom prst="round2SameRect">
            <a:avLst>
              <a:gd name="adj1" fmla="val 0"/>
              <a:gd name="adj2" fmla="val 11959"/>
            </a:avLst>
          </a:prstGeom>
          <a:blipFill dpi="0" rotWithShape="0">
            <a:blip r:embed="rId2"/>
            <a:srcRect/>
            <a:tile tx="0" ty="0" sx="60000" sy="60000" flip="none" algn="ctr"/>
          </a:blipFill>
          <a:ln>
            <a:noFill/>
          </a:ln>
          <a:effectLst/>
        </p:spPr>
        <p:txBody>
          <a:bodyPr tIns="158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 и перенести его «На задний план» через правую кнопку мышки</a:t>
            </a: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82188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едиа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6"/>
          <p:cNvSpPr>
            <a:spLocks noGrp="1"/>
          </p:cNvSpPr>
          <p:nvPr>
            <p:ph type="sldNum" sz="quarter" idx="15"/>
          </p:nvPr>
        </p:nvSpPr>
        <p:spPr>
          <a:xfrm>
            <a:off x="11195124" y="6474539"/>
            <a:ext cx="517451" cy="123111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Cera CY" panose="00000500000000000000" pitchFamily="2" charset="-52"/>
              </a:defRPr>
            </a:lvl1pPr>
          </a:lstStyle>
          <a:p>
            <a:fld id="{58A9CFFD-EE99-4E11-B8BC-23AC5DDB75E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531462" y="560299"/>
            <a:ext cx="573824" cy="540000"/>
          </a:xfrm>
          <a:prstGeom prst="rect">
            <a:avLst/>
          </a:prstGeom>
        </p:spPr>
      </p:pic>
      <p:sp>
        <p:nvSpPr>
          <p:cNvPr id="7" name="Текст 11">
            <a:extLst>
              <a:ext uri="{FF2B5EF4-FFF2-40B4-BE49-F238E27FC236}">
                <a16:creationId xmlns:a16="http://schemas.microsoft.com/office/drawing/2014/main" xmlns="" id="{BE24BDD4-97EB-49BA-9A0F-A3470B71AC5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6197" y="262556"/>
            <a:ext cx="84600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8" name="Рисунок 5"/>
          <p:cNvSpPr>
            <a:spLocks noGrp="1"/>
          </p:cNvSpPr>
          <p:nvPr>
            <p:ph type="pic" sz="quarter" idx="11" hasCustomPrompt="1"/>
          </p:nvPr>
        </p:nvSpPr>
        <p:spPr>
          <a:xfrm>
            <a:off x="1380162" y="2016722"/>
            <a:ext cx="1857600" cy="4006888"/>
          </a:xfrm>
          <a:prstGeom prst="round2SameRect">
            <a:avLst>
              <a:gd name="adj1" fmla="val 0"/>
              <a:gd name="adj2" fmla="val 11959"/>
            </a:avLst>
          </a:prstGeom>
          <a:blipFill dpi="0" rotWithShape="0">
            <a:blip r:embed="rId3"/>
            <a:srcRect/>
            <a:tile tx="0" ty="0" sx="60000" sy="60000" flip="none" algn="ctr"/>
          </a:blipFill>
          <a:ln>
            <a:noFill/>
          </a:ln>
          <a:effectLst/>
        </p:spPr>
        <p:txBody>
          <a:bodyPr tIns="158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 и перенести его «На задний план» через правую кнопку мышки</a:t>
            </a:r>
          </a:p>
        </p:txBody>
      </p:sp>
      <p:sp>
        <p:nvSpPr>
          <p:cNvPr id="11" name="Рисунок 5"/>
          <p:cNvSpPr>
            <a:spLocks noGrp="1"/>
          </p:cNvSpPr>
          <p:nvPr>
            <p:ph type="pic" sz="quarter" idx="12" hasCustomPrompt="1"/>
          </p:nvPr>
        </p:nvSpPr>
        <p:spPr>
          <a:xfrm>
            <a:off x="5172874" y="2016722"/>
            <a:ext cx="1857600" cy="4006888"/>
          </a:xfrm>
          <a:prstGeom prst="round2SameRect">
            <a:avLst>
              <a:gd name="adj1" fmla="val 0"/>
              <a:gd name="adj2" fmla="val 11959"/>
            </a:avLst>
          </a:prstGeom>
          <a:blipFill dpi="0" rotWithShape="0">
            <a:blip r:embed="rId3"/>
            <a:srcRect/>
            <a:tile tx="0" ty="0" sx="60000" sy="60000" flip="none" algn="ctr"/>
          </a:blipFill>
          <a:ln>
            <a:noFill/>
          </a:ln>
          <a:effectLst/>
        </p:spPr>
        <p:txBody>
          <a:bodyPr tIns="158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 и перенести его «На задний план» через правую кнопку мышки</a:t>
            </a:r>
          </a:p>
        </p:txBody>
      </p:sp>
      <p:sp>
        <p:nvSpPr>
          <p:cNvPr id="12" name="Рисунок 5"/>
          <p:cNvSpPr>
            <a:spLocks noGrp="1"/>
          </p:cNvSpPr>
          <p:nvPr>
            <p:ph type="pic" sz="quarter" idx="13" hasCustomPrompt="1"/>
          </p:nvPr>
        </p:nvSpPr>
        <p:spPr>
          <a:xfrm>
            <a:off x="8961481" y="2016722"/>
            <a:ext cx="1857600" cy="4006888"/>
          </a:xfrm>
          <a:prstGeom prst="round2SameRect">
            <a:avLst>
              <a:gd name="adj1" fmla="val 0"/>
              <a:gd name="adj2" fmla="val 11959"/>
            </a:avLst>
          </a:prstGeom>
          <a:blipFill dpi="0" rotWithShape="0">
            <a:blip r:embed="rId3"/>
            <a:srcRect/>
            <a:tile tx="0" ty="0" sx="60000" sy="60000" flip="none" algn="ctr"/>
          </a:blipFill>
          <a:ln>
            <a:noFill/>
          </a:ln>
          <a:effectLst/>
        </p:spPr>
        <p:txBody>
          <a:bodyPr tIns="158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 и перенести его «На задний план» через правую кнопку мышки</a:t>
            </a:r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95800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5" pos="3840">
          <p15:clr>
            <a:srgbClr val="A4A3A4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еди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38B0AD-5B62-496D-B546-DCABAD799B7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488950" y="325630"/>
            <a:ext cx="8460000" cy="443198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Рисунок 5"/>
          <p:cNvSpPr>
            <a:spLocks noGrp="1"/>
          </p:cNvSpPr>
          <p:nvPr>
            <p:ph type="pic" sz="quarter" idx="11" hasCustomPrompt="1"/>
          </p:nvPr>
        </p:nvSpPr>
        <p:spPr>
          <a:xfrm>
            <a:off x="1380162" y="2016722"/>
            <a:ext cx="1857600" cy="4006888"/>
          </a:xfrm>
          <a:prstGeom prst="round2SameRect">
            <a:avLst>
              <a:gd name="adj1" fmla="val 0"/>
              <a:gd name="adj2" fmla="val 11959"/>
            </a:avLst>
          </a:prstGeom>
          <a:blipFill dpi="0" rotWithShape="0">
            <a:blip r:embed="rId2"/>
            <a:srcRect/>
            <a:tile tx="0" ty="0" sx="60000" sy="60000" flip="none" algn="ctr"/>
          </a:blipFill>
          <a:ln>
            <a:noFill/>
          </a:ln>
          <a:effectLst/>
        </p:spPr>
        <p:txBody>
          <a:bodyPr tIns="158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 и перенести его «На задний план» через правую кнопку мышки</a:t>
            </a:r>
          </a:p>
        </p:txBody>
      </p:sp>
      <p:sp>
        <p:nvSpPr>
          <p:cNvPr id="8" name="Рисунок 5"/>
          <p:cNvSpPr>
            <a:spLocks noGrp="1"/>
          </p:cNvSpPr>
          <p:nvPr>
            <p:ph type="pic" sz="quarter" idx="12" hasCustomPrompt="1"/>
          </p:nvPr>
        </p:nvSpPr>
        <p:spPr>
          <a:xfrm>
            <a:off x="5172874" y="2016722"/>
            <a:ext cx="1857600" cy="4006888"/>
          </a:xfrm>
          <a:prstGeom prst="round2SameRect">
            <a:avLst>
              <a:gd name="adj1" fmla="val 0"/>
              <a:gd name="adj2" fmla="val 11959"/>
            </a:avLst>
          </a:prstGeom>
          <a:blipFill dpi="0" rotWithShape="0">
            <a:blip r:embed="rId2"/>
            <a:srcRect/>
            <a:tile tx="0" ty="0" sx="60000" sy="60000" flip="none" algn="ctr"/>
          </a:blipFill>
          <a:ln>
            <a:noFill/>
          </a:ln>
          <a:effectLst/>
        </p:spPr>
        <p:txBody>
          <a:bodyPr tIns="158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 и перенести его «На задний план» через правую кнопку мышки</a:t>
            </a:r>
          </a:p>
        </p:txBody>
      </p:sp>
      <p:sp>
        <p:nvSpPr>
          <p:cNvPr id="9" name="Рисунок 5"/>
          <p:cNvSpPr>
            <a:spLocks noGrp="1"/>
          </p:cNvSpPr>
          <p:nvPr>
            <p:ph type="pic" sz="quarter" idx="13" hasCustomPrompt="1"/>
          </p:nvPr>
        </p:nvSpPr>
        <p:spPr>
          <a:xfrm>
            <a:off x="8961481" y="2016722"/>
            <a:ext cx="1857600" cy="4006888"/>
          </a:xfrm>
          <a:prstGeom prst="round2SameRect">
            <a:avLst>
              <a:gd name="adj1" fmla="val 0"/>
              <a:gd name="adj2" fmla="val 11959"/>
            </a:avLst>
          </a:prstGeom>
          <a:blipFill dpi="0" rotWithShape="0">
            <a:blip r:embed="rId2"/>
            <a:srcRect/>
            <a:tile tx="0" ty="0" sx="60000" sy="60000" flip="none" algn="ctr"/>
          </a:blipFill>
          <a:ln>
            <a:noFill/>
          </a:ln>
          <a:effectLst/>
        </p:spPr>
        <p:txBody>
          <a:bodyPr tIns="158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 и перенести его «На задний план» через правую кнопку мышки</a:t>
            </a: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53223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едиа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6"/>
          <p:cNvSpPr>
            <a:spLocks noGrp="1"/>
          </p:cNvSpPr>
          <p:nvPr>
            <p:ph type="sldNum" sz="quarter" idx="15"/>
          </p:nvPr>
        </p:nvSpPr>
        <p:spPr>
          <a:xfrm>
            <a:off x="11195124" y="6474539"/>
            <a:ext cx="517451" cy="123111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Cera CY" panose="00000500000000000000" pitchFamily="2" charset="-52"/>
              </a:defRPr>
            </a:lvl1pPr>
          </a:lstStyle>
          <a:p>
            <a:fld id="{58A9CFFD-EE99-4E11-B8BC-23AC5DDB75E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531462" y="560299"/>
            <a:ext cx="573824" cy="540000"/>
          </a:xfrm>
          <a:prstGeom prst="rect">
            <a:avLst/>
          </a:prstGeom>
        </p:spPr>
      </p:pic>
      <p:sp>
        <p:nvSpPr>
          <p:cNvPr id="7" name="Текст 11">
            <a:extLst>
              <a:ext uri="{FF2B5EF4-FFF2-40B4-BE49-F238E27FC236}">
                <a16:creationId xmlns:a16="http://schemas.microsoft.com/office/drawing/2014/main" xmlns="" id="{BE24BDD4-97EB-49BA-9A0F-A3470B71AC5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6197" y="262556"/>
            <a:ext cx="84600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8" name="Рисунок 5"/>
          <p:cNvSpPr>
            <a:spLocks noGrp="1"/>
          </p:cNvSpPr>
          <p:nvPr>
            <p:ph type="pic" sz="quarter" idx="11" hasCustomPrompt="1"/>
          </p:nvPr>
        </p:nvSpPr>
        <p:spPr>
          <a:xfrm>
            <a:off x="1380162" y="2016722"/>
            <a:ext cx="1857600" cy="4006888"/>
          </a:xfrm>
          <a:prstGeom prst="round2SameRect">
            <a:avLst>
              <a:gd name="adj1" fmla="val 0"/>
              <a:gd name="adj2" fmla="val 11959"/>
            </a:avLst>
          </a:prstGeom>
          <a:blipFill dpi="0" rotWithShape="0">
            <a:blip r:embed="rId3"/>
            <a:srcRect/>
            <a:tile tx="0" ty="0" sx="60000" sy="60000" flip="none" algn="ctr"/>
          </a:blipFill>
          <a:ln>
            <a:noFill/>
          </a:ln>
          <a:effectLst>
            <a:outerShdw blurRad="508000" dist="63500" dir="2700000" algn="tl" rotWithShape="0">
              <a:prstClr val="black">
                <a:alpha val="10000"/>
              </a:prstClr>
            </a:outerShdw>
          </a:effectLst>
        </p:spPr>
        <p:txBody>
          <a:bodyPr tIns="158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 и перенести его «На задний план» через правую кнопку мышки</a:t>
            </a:r>
          </a:p>
        </p:txBody>
      </p:sp>
      <p:sp>
        <p:nvSpPr>
          <p:cNvPr id="11" name="Рисунок 5"/>
          <p:cNvSpPr>
            <a:spLocks noGrp="1"/>
          </p:cNvSpPr>
          <p:nvPr>
            <p:ph type="pic" sz="quarter" idx="12" hasCustomPrompt="1"/>
          </p:nvPr>
        </p:nvSpPr>
        <p:spPr>
          <a:xfrm>
            <a:off x="5172874" y="2016722"/>
            <a:ext cx="1857600" cy="4006888"/>
          </a:xfrm>
          <a:prstGeom prst="round2SameRect">
            <a:avLst>
              <a:gd name="adj1" fmla="val 0"/>
              <a:gd name="adj2" fmla="val 11959"/>
            </a:avLst>
          </a:prstGeom>
          <a:blipFill dpi="0" rotWithShape="0">
            <a:blip r:embed="rId3"/>
            <a:srcRect/>
            <a:tile tx="0" ty="0" sx="60000" sy="60000" flip="none" algn="ctr"/>
          </a:blipFill>
          <a:ln>
            <a:noFill/>
          </a:ln>
          <a:effectLst>
            <a:outerShdw blurRad="508000" dist="63500" dir="2700000" algn="tl" rotWithShape="0">
              <a:prstClr val="black">
                <a:alpha val="10000"/>
              </a:prstClr>
            </a:outerShdw>
          </a:effectLst>
        </p:spPr>
        <p:txBody>
          <a:bodyPr tIns="158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 и перенести его «На задний план» через правую кнопку мышки</a:t>
            </a:r>
          </a:p>
        </p:txBody>
      </p:sp>
      <p:sp>
        <p:nvSpPr>
          <p:cNvPr id="12" name="Рисунок 5"/>
          <p:cNvSpPr>
            <a:spLocks noGrp="1"/>
          </p:cNvSpPr>
          <p:nvPr>
            <p:ph type="pic" sz="quarter" idx="13" hasCustomPrompt="1"/>
          </p:nvPr>
        </p:nvSpPr>
        <p:spPr>
          <a:xfrm>
            <a:off x="8961481" y="2016722"/>
            <a:ext cx="1857600" cy="4006888"/>
          </a:xfrm>
          <a:prstGeom prst="round2SameRect">
            <a:avLst>
              <a:gd name="adj1" fmla="val 0"/>
              <a:gd name="adj2" fmla="val 11959"/>
            </a:avLst>
          </a:prstGeom>
          <a:blipFill dpi="0" rotWithShape="0">
            <a:blip r:embed="rId3"/>
            <a:srcRect/>
            <a:tile tx="0" ty="0" sx="60000" sy="60000" flip="none" algn="ctr"/>
          </a:blipFill>
          <a:ln>
            <a:noFill/>
          </a:ln>
          <a:effectLst>
            <a:outerShdw blurRad="508000" dist="63500" dir="2700000" algn="tl" rotWithShape="0">
              <a:prstClr val="black">
                <a:alpha val="10000"/>
              </a:prstClr>
            </a:outerShdw>
          </a:effectLst>
        </p:spPr>
        <p:txBody>
          <a:bodyPr tIns="158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 и перенести его «На задний план» через правую кнопку мышки</a:t>
            </a:r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16758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5" pos="3840">
          <p15:clr>
            <a:srgbClr val="A4A3A4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едиа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38B0AD-5B62-496D-B546-DCABAD799B7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488950" y="325630"/>
            <a:ext cx="8460000" cy="443198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Рисунок 5"/>
          <p:cNvSpPr>
            <a:spLocks noGrp="1"/>
          </p:cNvSpPr>
          <p:nvPr>
            <p:ph type="pic" sz="quarter" idx="11" hasCustomPrompt="1"/>
          </p:nvPr>
        </p:nvSpPr>
        <p:spPr>
          <a:xfrm>
            <a:off x="4368000" y="1681389"/>
            <a:ext cx="3456000" cy="4356000"/>
          </a:xfrm>
          <a:prstGeom prst="roundRect">
            <a:avLst>
              <a:gd name="adj" fmla="val 2432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ctr" rotWithShape="0">
              <a:srgbClr val="73B0FF">
                <a:alpha val="50000"/>
              </a:srgb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32246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едиа 5_dark">
    <p:bg>
      <p:bgPr>
        <a:solidFill>
          <a:srgbClr val="2354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5"/>
          <p:cNvSpPr>
            <a:spLocks noGrp="1"/>
          </p:cNvSpPr>
          <p:nvPr>
            <p:ph type="pic" sz="quarter" idx="11" hasCustomPrompt="1"/>
          </p:nvPr>
        </p:nvSpPr>
        <p:spPr>
          <a:xfrm>
            <a:off x="4368788" y="1844675"/>
            <a:ext cx="3456000" cy="4356000"/>
          </a:xfrm>
          <a:prstGeom prst="roundRect">
            <a:avLst>
              <a:gd name="adj" fmla="val 2432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tr" rotWithShape="0">
              <a:schemeClr val="accent1">
                <a:lumMod val="50000"/>
                <a:alpha val="70000"/>
              </a:scheme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sp>
        <p:nvSpPr>
          <p:cNvPr id="4" name="Текст 11">
            <a:extLst>
              <a:ext uri="{FF2B5EF4-FFF2-40B4-BE49-F238E27FC236}">
                <a16:creationId xmlns:a16="http://schemas.microsoft.com/office/drawing/2014/main" xmlns="" id="{B16C669C-A93F-34F8-E67E-992C8B8C7EB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6197" y="262556"/>
            <a:ext cx="84600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6" name="Номер слайда 6">
            <a:extLst>
              <a:ext uri="{FF2B5EF4-FFF2-40B4-BE49-F238E27FC236}">
                <a16:creationId xmlns:a16="http://schemas.microsoft.com/office/drawing/2014/main" xmlns="" id="{9A99EA71-7A42-AF06-578E-AC75733C2CF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195124" y="6474539"/>
            <a:ext cx="517451" cy="123111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Cera CY" panose="00000500000000000000" pitchFamily="2" charset="-52"/>
              </a:defRPr>
            </a:lvl1pPr>
          </a:lstStyle>
          <a:p>
            <a:fld id="{58A9CFFD-EE99-4E11-B8BC-23AC5DDB75E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5442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едиа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38B0AD-5B62-496D-B546-DCABAD799B7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488950" y="325630"/>
            <a:ext cx="8460000" cy="443198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Рисунок 5"/>
          <p:cNvSpPr>
            <a:spLocks noGrp="1"/>
          </p:cNvSpPr>
          <p:nvPr>
            <p:ph type="pic" sz="quarter" idx="11" hasCustomPrompt="1"/>
          </p:nvPr>
        </p:nvSpPr>
        <p:spPr>
          <a:xfrm>
            <a:off x="4368788" y="1844675"/>
            <a:ext cx="3456000" cy="4356000"/>
          </a:xfrm>
          <a:prstGeom prst="roundRect">
            <a:avLst>
              <a:gd name="adj" fmla="val 2432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ctr" rotWithShape="0">
              <a:srgbClr val="73B0FF">
                <a:alpha val="50000"/>
              </a:srgb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sp>
        <p:nvSpPr>
          <p:cNvPr id="6" name="Рисунок 5"/>
          <p:cNvSpPr>
            <a:spLocks noGrp="1"/>
          </p:cNvSpPr>
          <p:nvPr>
            <p:ph type="pic" sz="quarter" idx="12" hasCustomPrompt="1"/>
          </p:nvPr>
        </p:nvSpPr>
        <p:spPr>
          <a:xfrm>
            <a:off x="488950" y="1844675"/>
            <a:ext cx="3456000" cy="4356000"/>
          </a:xfrm>
          <a:prstGeom prst="roundRect">
            <a:avLst>
              <a:gd name="adj" fmla="val 2432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ctr" rotWithShape="0">
              <a:srgbClr val="73B0FF">
                <a:alpha val="50000"/>
              </a:srgb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93596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едиа 6_dark">
    <p:bg>
      <p:bgPr>
        <a:solidFill>
          <a:srgbClr val="2354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38B0AD-5B62-496D-B546-DCABAD799B7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488950" y="325630"/>
            <a:ext cx="8460000" cy="4431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Рисунок 5"/>
          <p:cNvSpPr>
            <a:spLocks noGrp="1"/>
          </p:cNvSpPr>
          <p:nvPr>
            <p:ph type="pic" sz="quarter" idx="11" hasCustomPrompt="1"/>
          </p:nvPr>
        </p:nvSpPr>
        <p:spPr>
          <a:xfrm>
            <a:off x="4368788" y="1844675"/>
            <a:ext cx="3456000" cy="4356000"/>
          </a:xfrm>
          <a:prstGeom prst="roundRect">
            <a:avLst>
              <a:gd name="adj" fmla="val 2432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tr" rotWithShape="0">
              <a:schemeClr val="accent1">
                <a:lumMod val="50000"/>
                <a:alpha val="70000"/>
              </a:schemeClr>
            </a:outerShdw>
          </a:effectLst>
        </p:spPr>
        <p:txBody>
          <a:bodyPr vert="horz" lIns="0" tIns="1224000" rIns="0" bIns="0" rtlCol="0" anchor="ctr">
            <a:normAutofit/>
          </a:bodyPr>
          <a:lstStyle>
            <a:lvl1pPr>
              <a:defRPr lang="ru-RU" sz="1100" baseline="0" dirty="0">
                <a:solidFill>
                  <a:srgbClr val="2354D6"/>
                </a:solidFill>
              </a:defRPr>
            </a:lvl1pPr>
          </a:lstStyle>
          <a:p>
            <a:pPr marL="0" lvl="0" indent="0" algn="ctr">
              <a:buNone/>
            </a:pPr>
            <a:r>
              <a:rPr lang="ru-RU" dirty="0"/>
              <a:t>Вставить изображение</a:t>
            </a:r>
          </a:p>
        </p:txBody>
      </p:sp>
      <p:sp>
        <p:nvSpPr>
          <p:cNvPr id="6" name="Рисунок 5"/>
          <p:cNvSpPr>
            <a:spLocks noGrp="1"/>
          </p:cNvSpPr>
          <p:nvPr>
            <p:ph type="pic" sz="quarter" idx="12" hasCustomPrompt="1"/>
          </p:nvPr>
        </p:nvSpPr>
        <p:spPr>
          <a:xfrm>
            <a:off x="488950" y="1844675"/>
            <a:ext cx="3456000" cy="4356000"/>
          </a:xfrm>
          <a:prstGeom prst="roundRect">
            <a:avLst>
              <a:gd name="adj" fmla="val 2432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tr" rotWithShape="0">
              <a:schemeClr val="accent1">
                <a:lumMod val="50000"/>
                <a:alpha val="70000"/>
              </a:schemeClr>
            </a:outerShdw>
          </a:effectLst>
        </p:spPr>
        <p:txBody>
          <a:bodyPr vert="horz" lIns="0" tIns="1224000" rIns="0" bIns="0" rtlCol="0" anchor="ctr">
            <a:normAutofit/>
          </a:bodyPr>
          <a:lstStyle>
            <a:lvl1pPr>
              <a:defRPr lang="ru-RU" sz="1100" baseline="0" dirty="0">
                <a:solidFill>
                  <a:srgbClr val="2354D6"/>
                </a:solidFill>
              </a:defRPr>
            </a:lvl1pPr>
          </a:lstStyle>
          <a:p>
            <a:pPr marL="0" lvl="0" indent="0" algn="ctr">
              <a:buNone/>
            </a:pPr>
            <a:r>
              <a:rPr lang="ru-RU" dirty="0"/>
              <a:t>Вставить изображение</a:t>
            </a: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43392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едиа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38B0AD-5B62-496D-B546-DCABAD799B7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488950" y="325630"/>
            <a:ext cx="8460000" cy="443198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6" name="Рисунок 5"/>
          <p:cNvSpPr>
            <a:spLocks noGrp="1"/>
          </p:cNvSpPr>
          <p:nvPr>
            <p:ph type="pic" sz="quarter" idx="12" hasCustomPrompt="1"/>
          </p:nvPr>
        </p:nvSpPr>
        <p:spPr>
          <a:xfrm>
            <a:off x="485218" y="1844675"/>
            <a:ext cx="1940400" cy="4356000"/>
          </a:xfrm>
          <a:prstGeom prst="roundRect">
            <a:avLst>
              <a:gd name="adj" fmla="val 5075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ctr" rotWithShape="0">
              <a:srgbClr val="73B0FF">
                <a:alpha val="50000"/>
              </a:srgb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sp>
        <p:nvSpPr>
          <p:cNvPr id="13" name="Рисунок 5"/>
          <p:cNvSpPr>
            <a:spLocks noGrp="1"/>
          </p:cNvSpPr>
          <p:nvPr>
            <p:ph type="pic" sz="quarter" idx="13" hasCustomPrompt="1"/>
          </p:nvPr>
        </p:nvSpPr>
        <p:spPr>
          <a:xfrm>
            <a:off x="5148310" y="1844675"/>
            <a:ext cx="1940400" cy="4356000"/>
          </a:xfrm>
          <a:prstGeom prst="roundRect">
            <a:avLst>
              <a:gd name="adj" fmla="val 5075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ctr" rotWithShape="0">
              <a:srgbClr val="73B0FF">
                <a:alpha val="50000"/>
              </a:srgb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sp>
        <p:nvSpPr>
          <p:cNvPr id="14" name="Рисунок 5"/>
          <p:cNvSpPr>
            <a:spLocks noGrp="1"/>
          </p:cNvSpPr>
          <p:nvPr>
            <p:ph type="pic" sz="quarter" idx="14" hasCustomPrompt="1"/>
          </p:nvPr>
        </p:nvSpPr>
        <p:spPr>
          <a:xfrm>
            <a:off x="2816764" y="1844675"/>
            <a:ext cx="1940400" cy="4356000"/>
          </a:xfrm>
          <a:prstGeom prst="roundRect">
            <a:avLst>
              <a:gd name="adj" fmla="val 5075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ctr" rotWithShape="0">
              <a:srgbClr val="73B0FF">
                <a:alpha val="50000"/>
              </a:srgb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00444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едиа 7_dark">
    <p:bg>
      <p:bgPr>
        <a:solidFill>
          <a:srgbClr val="2354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38B0AD-5B62-496D-B546-DCABAD799B7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488950" y="325630"/>
            <a:ext cx="8460000" cy="4431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Рисунок 5"/>
          <p:cNvSpPr>
            <a:spLocks noGrp="1"/>
          </p:cNvSpPr>
          <p:nvPr>
            <p:ph type="pic" sz="quarter" idx="12" hasCustomPrompt="1"/>
          </p:nvPr>
        </p:nvSpPr>
        <p:spPr>
          <a:xfrm>
            <a:off x="485218" y="1844675"/>
            <a:ext cx="1940400" cy="4356000"/>
          </a:xfrm>
          <a:prstGeom prst="roundRect">
            <a:avLst>
              <a:gd name="adj" fmla="val 5075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tr" rotWithShape="0">
              <a:schemeClr val="accent1">
                <a:lumMod val="50000"/>
                <a:alpha val="70000"/>
              </a:scheme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sp>
        <p:nvSpPr>
          <p:cNvPr id="13" name="Рисунок 5"/>
          <p:cNvSpPr>
            <a:spLocks noGrp="1"/>
          </p:cNvSpPr>
          <p:nvPr>
            <p:ph type="pic" sz="quarter" idx="13" hasCustomPrompt="1"/>
          </p:nvPr>
        </p:nvSpPr>
        <p:spPr>
          <a:xfrm>
            <a:off x="5148310" y="1844675"/>
            <a:ext cx="1940400" cy="4356000"/>
          </a:xfrm>
          <a:prstGeom prst="roundRect">
            <a:avLst>
              <a:gd name="adj" fmla="val 5075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tr" rotWithShape="0">
              <a:schemeClr val="accent1">
                <a:lumMod val="50000"/>
                <a:alpha val="70000"/>
              </a:scheme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sp>
        <p:nvSpPr>
          <p:cNvPr id="14" name="Рисунок 5"/>
          <p:cNvSpPr>
            <a:spLocks noGrp="1"/>
          </p:cNvSpPr>
          <p:nvPr>
            <p:ph type="pic" sz="quarter" idx="14" hasCustomPrompt="1"/>
          </p:nvPr>
        </p:nvSpPr>
        <p:spPr>
          <a:xfrm>
            <a:off x="2816764" y="1844675"/>
            <a:ext cx="1940400" cy="4356000"/>
          </a:xfrm>
          <a:prstGeom prst="roundRect">
            <a:avLst>
              <a:gd name="adj" fmla="val 5075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tr" rotWithShape="0">
              <a:schemeClr val="accent1">
                <a:lumMod val="50000"/>
                <a:alpha val="70000"/>
              </a:scheme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77888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едиа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38B0AD-5B62-496D-B546-DCABAD799B7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488950" y="325630"/>
            <a:ext cx="8460000" cy="443198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6" name="Рисунок 5"/>
          <p:cNvSpPr>
            <a:spLocks noGrp="1"/>
          </p:cNvSpPr>
          <p:nvPr>
            <p:ph type="pic" sz="quarter" idx="12" hasCustomPrompt="1"/>
          </p:nvPr>
        </p:nvSpPr>
        <p:spPr>
          <a:xfrm>
            <a:off x="485218" y="1844675"/>
            <a:ext cx="1940400" cy="4356000"/>
          </a:xfrm>
          <a:prstGeom prst="roundRect">
            <a:avLst>
              <a:gd name="adj" fmla="val 5075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ctr" rotWithShape="0">
              <a:srgbClr val="73B0FF">
                <a:alpha val="50000"/>
              </a:srgb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sp>
        <p:nvSpPr>
          <p:cNvPr id="13" name="Рисунок 5"/>
          <p:cNvSpPr>
            <a:spLocks noGrp="1"/>
          </p:cNvSpPr>
          <p:nvPr>
            <p:ph type="pic" sz="quarter" idx="13" hasCustomPrompt="1"/>
          </p:nvPr>
        </p:nvSpPr>
        <p:spPr>
          <a:xfrm>
            <a:off x="5148310" y="1844675"/>
            <a:ext cx="1940400" cy="4356000"/>
          </a:xfrm>
          <a:prstGeom prst="roundRect">
            <a:avLst>
              <a:gd name="adj" fmla="val 5075"/>
            </a:avLst>
          </a:prstGeo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ctr" rotWithShape="0">
              <a:srgbClr val="73B0FF">
                <a:alpha val="50000"/>
              </a:srgbClr>
            </a:outerShdw>
          </a:effectLst>
        </p:spPr>
        <p:txBody>
          <a:bodyPr vert="horz" lIns="0" tIns="1224000" rIns="0" bIns="0" rtlCol="0" anchor="ctr">
            <a:normAutofit/>
          </a:bodyPr>
          <a:lstStyle>
            <a:lvl1pPr>
              <a:defRPr lang="ru-RU" sz="1100" baseline="0" dirty="0">
                <a:solidFill>
                  <a:srgbClr val="2354D6"/>
                </a:solidFill>
              </a:defRPr>
            </a:lvl1pPr>
          </a:lstStyle>
          <a:p>
            <a:pPr marL="0" lvl="0" indent="0" algn="ctr">
              <a:buNone/>
            </a:pPr>
            <a:r>
              <a:rPr lang="ru-RU" dirty="0"/>
              <a:t>Вставить изображение</a:t>
            </a:r>
          </a:p>
        </p:txBody>
      </p:sp>
      <p:sp>
        <p:nvSpPr>
          <p:cNvPr id="14" name="Рисунок 5"/>
          <p:cNvSpPr>
            <a:spLocks noGrp="1"/>
          </p:cNvSpPr>
          <p:nvPr>
            <p:ph type="pic" sz="quarter" idx="14" hasCustomPrompt="1"/>
          </p:nvPr>
        </p:nvSpPr>
        <p:spPr>
          <a:xfrm>
            <a:off x="2816764" y="1844675"/>
            <a:ext cx="1940400" cy="4356000"/>
          </a:xfrm>
          <a:prstGeom prst="roundRect">
            <a:avLst>
              <a:gd name="adj" fmla="val 5075"/>
            </a:avLst>
          </a:prstGeo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ctr" rotWithShape="0">
              <a:srgbClr val="73B0FF">
                <a:alpha val="50000"/>
              </a:srgbClr>
            </a:outerShdw>
          </a:effectLst>
        </p:spPr>
        <p:txBody>
          <a:bodyPr vert="horz" lIns="0" tIns="1224000" rIns="0" bIns="0" rtlCol="0" anchor="ctr">
            <a:normAutofit/>
          </a:bodyPr>
          <a:lstStyle>
            <a:lvl1pPr>
              <a:defRPr lang="ru-RU" sz="1100" baseline="0" dirty="0">
                <a:solidFill>
                  <a:srgbClr val="2354D6"/>
                </a:solidFill>
              </a:defRPr>
            </a:lvl1pPr>
          </a:lstStyle>
          <a:p>
            <a:pPr marL="0" lvl="0" indent="0" algn="ctr">
              <a:buNone/>
            </a:pPr>
            <a:r>
              <a:rPr lang="ru-RU" dirty="0"/>
              <a:t>Вставить изображение</a:t>
            </a: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10067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едиа 8_dark">
    <p:bg>
      <p:bgPr>
        <a:solidFill>
          <a:srgbClr val="2354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38B0AD-5B62-496D-B546-DCABAD799B7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488950" y="325630"/>
            <a:ext cx="8460000" cy="4431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Рисунок 5"/>
          <p:cNvSpPr>
            <a:spLocks noGrp="1"/>
          </p:cNvSpPr>
          <p:nvPr>
            <p:ph type="pic" sz="quarter" idx="12" hasCustomPrompt="1"/>
          </p:nvPr>
        </p:nvSpPr>
        <p:spPr>
          <a:xfrm>
            <a:off x="485218" y="1844675"/>
            <a:ext cx="1940400" cy="4356000"/>
          </a:xfrm>
          <a:prstGeom prst="roundRect">
            <a:avLst>
              <a:gd name="adj" fmla="val 5075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ctr" rotWithShape="0">
              <a:schemeClr val="accent1">
                <a:lumMod val="50000"/>
                <a:alpha val="70000"/>
              </a:scheme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sp>
        <p:nvSpPr>
          <p:cNvPr id="13" name="Рисунок 5"/>
          <p:cNvSpPr>
            <a:spLocks noGrp="1"/>
          </p:cNvSpPr>
          <p:nvPr>
            <p:ph type="pic" sz="quarter" idx="13" hasCustomPrompt="1"/>
          </p:nvPr>
        </p:nvSpPr>
        <p:spPr>
          <a:xfrm>
            <a:off x="5148310" y="1844675"/>
            <a:ext cx="1940400" cy="4356000"/>
          </a:xfrm>
          <a:prstGeom prst="roundRect">
            <a:avLst>
              <a:gd name="adj" fmla="val 5075"/>
            </a:avLst>
          </a:prstGeo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ctr" rotWithShape="0">
              <a:schemeClr val="accent1">
                <a:lumMod val="50000"/>
                <a:alpha val="70000"/>
              </a:scheme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sp>
        <p:nvSpPr>
          <p:cNvPr id="14" name="Рисунок 5"/>
          <p:cNvSpPr>
            <a:spLocks noGrp="1"/>
          </p:cNvSpPr>
          <p:nvPr>
            <p:ph type="pic" sz="quarter" idx="14" hasCustomPrompt="1"/>
          </p:nvPr>
        </p:nvSpPr>
        <p:spPr>
          <a:xfrm>
            <a:off x="2816764" y="1844675"/>
            <a:ext cx="1940400" cy="4356000"/>
          </a:xfrm>
          <a:prstGeom prst="roundRect">
            <a:avLst>
              <a:gd name="adj" fmla="val 5075"/>
            </a:avLst>
          </a:prstGeo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ctr" rotWithShape="0">
              <a:schemeClr val="accent1">
                <a:lumMod val="50000"/>
                <a:alpha val="70000"/>
              </a:scheme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31234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едиа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38B0AD-5B62-496D-B546-DCABAD799B7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488950" y="325630"/>
            <a:ext cx="8460000" cy="443198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6" name="Рисунок 5"/>
          <p:cNvSpPr>
            <a:spLocks noGrp="1"/>
          </p:cNvSpPr>
          <p:nvPr>
            <p:ph type="pic" sz="quarter" idx="12" hasCustomPrompt="1"/>
          </p:nvPr>
        </p:nvSpPr>
        <p:spPr>
          <a:xfrm>
            <a:off x="485218" y="1844675"/>
            <a:ext cx="1940400" cy="4356000"/>
          </a:xfrm>
          <a:prstGeom prst="roundRect">
            <a:avLst>
              <a:gd name="adj" fmla="val 5075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ctr" rotWithShape="0">
              <a:srgbClr val="73B0FF">
                <a:alpha val="50000"/>
              </a:srgbClr>
            </a:outerShdw>
          </a:effectLst>
        </p:spPr>
        <p:txBody>
          <a:bodyPr vert="horz" lIns="0" tIns="1224000" rIns="0" bIns="0" rtlCol="0" anchor="ctr">
            <a:normAutofit/>
          </a:bodyPr>
          <a:lstStyle>
            <a:lvl1pPr>
              <a:defRPr lang="ru-RU" sz="1100" baseline="0" dirty="0">
                <a:solidFill>
                  <a:srgbClr val="2354D6"/>
                </a:solidFill>
              </a:defRPr>
            </a:lvl1pPr>
          </a:lstStyle>
          <a:p>
            <a:pPr marL="0" lvl="0" indent="0" algn="ctr">
              <a:buNone/>
            </a:pPr>
            <a:r>
              <a:rPr lang="ru-RU" dirty="0"/>
              <a:t>Вставить изображение</a:t>
            </a:r>
          </a:p>
        </p:txBody>
      </p:sp>
      <p:sp>
        <p:nvSpPr>
          <p:cNvPr id="13" name="Рисунок 5"/>
          <p:cNvSpPr>
            <a:spLocks noGrp="1"/>
          </p:cNvSpPr>
          <p:nvPr>
            <p:ph type="pic" sz="quarter" idx="13" hasCustomPrompt="1"/>
          </p:nvPr>
        </p:nvSpPr>
        <p:spPr>
          <a:xfrm>
            <a:off x="5148310" y="1844675"/>
            <a:ext cx="1940400" cy="4356000"/>
          </a:xfrm>
          <a:prstGeom prst="roundRect">
            <a:avLst>
              <a:gd name="adj" fmla="val 5075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ctr" rotWithShape="0">
              <a:srgbClr val="73B0FF">
                <a:alpha val="50000"/>
              </a:srgbClr>
            </a:outerShdw>
          </a:effectLst>
        </p:spPr>
        <p:txBody>
          <a:bodyPr vert="horz" lIns="0" tIns="1224000" rIns="0" bIns="0" rtlCol="0" anchor="ctr">
            <a:normAutofit/>
          </a:bodyPr>
          <a:lstStyle>
            <a:lvl1pPr>
              <a:defRPr lang="ru-RU" sz="1100" baseline="0" dirty="0">
                <a:solidFill>
                  <a:srgbClr val="2354D6"/>
                </a:solidFill>
              </a:defRPr>
            </a:lvl1pPr>
          </a:lstStyle>
          <a:p>
            <a:pPr marL="0" lvl="0" indent="0" algn="ctr">
              <a:buNone/>
            </a:pPr>
            <a:r>
              <a:rPr lang="ru-RU" dirty="0"/>
              <a:t>Вставить изображение</a:t>
            </a:r>
          </a:p>
        </p:txBody>
      </p:sp>
      <p:sp>
        <p:nvSpPr>
          <p:cNvPr id="14" name="Рисунок 5"/>
          <p:cNvSpPr>
            <a:spLocks noGrp="1"/>
          </p:cNvSpPr>
          <p:nvPr>
            <p:ph type="pic" sz="quarter" idx="14" hasCustomPrompt="1"/>
          </p:nvPr>
        </p:nvSpPr>
        <p:spPr>
          <a:xfrm>
            <a:off x="2816764" y="1844675"/>
            <a:ext cx="1940400" cy="4356000"/>
          </a:xfrm>
          <a:prstGeom prst="roundRect">
            <a:avLst>
              <a:gd name="adj" fmla="val 5075"/>
            </a:avLst>
          </a:prstGeo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ctr" rotWithShape="0">
              <a:srgbClr val="73B0FF">
                <a:alpha val="50000"/>
              </a:srgbClr>
            </a:outerShdw>
          </a:effectLst>
        </p:spPr>
        <p:txBody>
          <a:bodyPr vert="horz" lIns="0" tIns="1224000" rIns="0" bIns="0" rtlCol="0" anchor="ctr">
            <a:normAutofit/>
          </a:bodyPr>
          <a:lstStyle>
            <a:lvl1pPr>
              <a:defRPr lang="ru-RU" sz="1100" baseline="0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ru-RU" dirty="0"/>
              <a:t>Вставить изображение</a:t>
            </a: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49664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едиа 9_dark">
    <p:bg>
      <p:bgPr>
        <a:solidFill>
          <a:srgbClr val="2354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38B0AD-5B62-496D-B546-DCABAD799B7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488950" y="325630"/>
            <a:ext cx="8460000" cy="4431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Рисунок 5"/>
          <p:cNvSpPr>
            <a:spLocks noGrp="1"/>
          </p:cNvSpPr>
          <p:nvPr>
            <p:ph type="pic" sz="quarter" idx="12" hasCustomPrompt="1"/>
          </p:nvPr>
        </p:nvSpPr>
        <p:spPr>
          <a:xfrm>
            <a:off x="485218" y="1844675"/>
            <a:ext cx="1940400" cy="4356000"/>
          </a:xfrm>
          <a:prstGeom prst="roundRect">
            <a:avLst>
              <a:gd name="adj" fmla="val 5075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tr" rotWithShape="0">
              <a:schemeClr val="accent1">
                <a:lumMod val="50000"/>
                <a:alpha val="70000"/>
              </a:scheme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sp>
        <p:nvSpPr>
          <p:cNvPr id="13" name="Рисунок 5"/>
          <p:cNvSpPr>
            <a:spLocks noGrp="1"/>
          </p:cNvSpPr>
          <p:nvPr>
            <p:ph type="pic" sz="quarter" idx="13" hasCustomPrompt="1"/>
          </p:nvPr>
        </p:nvSpPr>
        <p:spPr>
          <a:xfrm>
            <a:off x="5148310" y="1844675"/>
            <a:ext cx="1940400" cy="4356000"/>
          </a:xfrm>
          <a:prstGeom prst="roundRect">
            <a:avLst>
              <a:gd name="adj" fmla="val 5075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tr" rotWithShape="0">
              <a:schemeClr val="accent1">
                <a:lumMod val="50000"/>
                <a:alpha val="70000"/>
              </a:scheme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sp>
        <p:nvSpPr>
          <p:cNvPr id="14" name="Рисунок 5"/>
          <p:cNvSpPr>
            <a:spLocks noGrp="1"/>
          </p:cNvSpPr>
          <p:nvPr>
            <p:ph type="pic" sz="quarter" idx="14" hasCustomPrompt="1"/>
          </p:nvPr>
        </p:nvSpPr>
        <p:spPr>
          <a:xfrm>
            <a:off x="2816764" y="1844675"/>
            <a:ext cx="1940400" cy="4356000"/>
          </a:xfrm>
          <a:prstGeom prst="roundRect">
            <a:avLst>
              <a:gd name="adj" fmla="val 5075"/>
            </a:avLst>
          </a:prstGeo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tr" rotWithShape="0">
              <a:schemeClr val="accent1">
                <a:lumMod val="50000"/>
                <a:alpha val="70000"/>
              </a:scheme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2230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едиа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38B0AD-5B62-496D-B546-DCABAD799B7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488950" y="325630"/>
            <a:ext cx="8460000" cy="443198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6" name="Рисунок 5"/>
          <p:cNvSpPr>
            <a:spLocks noGrp="1"/>
          </p:cNvSpPr>
          <p:nvPr>
            <p:ph type="pic" sz="quarter" idx="12" hasCustomPrompt="1"/>
          </p:nvPr>
        </p:nvSpPr>
        <p:spPr>
          <a:xfrm>
            <a:off x="485218" y="1844675"/>
            <a:ext cx="1940400" cy="4356000"/>
          </a:xfrm>
          <a:prstGeom prst="roundRect">
            <a:avLst>
              <a:gd name="adj" fmla="val 5075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ctr" rotWithShape="0">
              <a:srgbClr val="73B0FF">
                <a:alpha val="50000"/>
              </a:srgbClr>
            </a:outerShdw>
          </a:effectLst>
        </p:spPr>
        <p:txBody>
          <a:bodyPr vert="horz" lIns="0" tIns="1224000" rIns="0" bIns="0" rtlCol="0" anchor="ctr">
            <a:normAutofit/>
          </a:bodyPr>
          <a:lstStyle>
            <a:lvl1pPr>
              <a:defRPr lang="ru-RU" sz="1100" baseline="0" dirty="0">
                <a:solidFill>
                  <a:srgbClr val="2354D6"/>
                </a:solidFill>
              </a:defRPr>
            </a:lvl1pPr>
          </a:lstStyle>
          <a:p>
            <a:pPr marL="0" lvl="0" indent="0" algn="ctr">
              <a:buNone/>
            </a:pPr>
            <a:r>
              <a:rPr lang="ru-RU" dirty="0"/>
              <a:t>Вставить изображение</a:t>
            </a:r>
          </a:p>
        </p:txBody>
      </p:sp>
      <p:sp>
        <p:nvSpPr>
          <p:cNvPr id="13" name="Рисунок 5"/>
          <p:cNvSpPr>
            <a:spLocks noGrp="1"/>
          </p:cNvSpPr>
          <p:nvPr>
            <p:ph type="pic" sz="quarter" idx="13" hasCustomPrompt="1"/>
          </p:nvPr>
        </p:nvSpPr>
        <p:spPr>
          <a:xfrm>
            <a:off x="5148310" y="1844675"/>
            <a:ext cx="1940400" cy="4356000"/>
          </a:xfrm>
          <a:prstGeom prst="roundRect">
            <a:avLst>
              <a:gd name="adj" fmla="val 5075"/>
            </a:avLst>
          </a:prstGeo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ctr" rotWithShape="0">
              <a:srgbClr val="73B0FF">
                <a:alpha val="50000"/>
              </a:srgbClr>
            </a:outerShdw>
          </a:effectLst>
        </p:spPr>
        <p:txBody>
          <a:bodyPr vert="horz" lIns="0" tIns="1224000" rIns="0" bIns="0" rtlCol="0" anchor="ctr">
            <a:normAutofit/>
          </a:bodyPr>
          <a:lstStyle>
            <a:lvl1pPr>
              <a:defRPr lang="ru-RU" sz="1100" baseline="0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ru-RU" dirty="0"/>
              <a:t>Вставить изображение</a:t>
            </a:r>
          </a:p>
        </p:txBody>
      </p:sp>
      <p:sp>
        <p:nvSpPr>
          <p:cNvPr id="14" name="Рисунок 5"/>
          <p:cNvSpPr>
            <a:spLocks noGrp="1"/>
          </p:cNvSpPr>
          <p:nvPr>
            <p:ph type="pic" sz="quarter" idx="14" hasCustomPrompt="1"/>
          </p:nvPr>
        </p:nvSpPr>
        <p:spPr>
          <a:xfrm>
            <a:off x="2816764" y="1844675"/>
            <a:ext cx="1940400" cy="4356000"/>
          </a:xfrm>
          <a:prstGeom prst="roundRect">
            <a:avLst>
              <a:gd name="adj" fmla="val 5075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ctr" rotWithShape="0">
              <a:srgbClr val="73B0FF">
                <a:alpha val="50000"/>
              </a:srgbClr>
            </a:outerShdw>
          </a:effectLst>
        </p:spPr>
        <p:txBody>
          <a:bodyPr vert="horz" lIns="0" tIns="1224000" rIns="0" bIns="0" rtlCol="0" anchor="ctr">
            <a:normAutofit/>
          </a:bodyPr>
          <a:lstStyle>
            <a:lvl1pPr>
              <a:defRPr lang="ru-RU" sz="1100" baseline="0" dirty="0">
                <a:solidFill>
                  <a:srgbClr val="2354D6"/>
                </a:solidFill>
              </a:defRPr>
            </a:lvl1pPr>
          </a:lstStyle>
          <a:p>
            <a:pPr marL="0" lvl="0" indent="0" algn="ctr">
              <a:buNone/>
            </a:pPr>
            <a:r>
              <a:rPr lang="ru-RU" dirty="0"/>
              <a:t>Вставить изображение</a:t>
            </a: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02501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едиа 10_dark">
    <p:bg>
      <p:bgPr>
        <a:solidFill>
          <a:srgbClr val="2354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38B0AD-5B62-496D-B546-DCABAD799B7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488950" y="325630"/>
            <a:ext cx="8460000" cy="4431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Рисунок 5"/>
          <p:cNvSpPr>
            <a:spLocks noGrp="1"/>
          </p:cNvSpPr>
          <p:nvPr>
            <p:ph type="pic" sz="quarter" idx="12" hasCustomPrompt="1"/>
          </p:nvPr>
        </p:nvSpPr>
        <p:spPr>
          <a:xfrm>
            <a:off x="485218" y="1844675"/>
            <a:ext cx="1940400" cy="4356000"/>
          </a:xfrm>
          <a:prstGeom prst="roundRect">
            <a:avLst>
              <a:gd name="adj" fmla="val 5075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tr" rotWithShape="0">
              <a:schemeClr val="accent1">
                <a:lumMod val="50000"/>
                <a:alpha val="70000"/>
              </a:scheme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sp>
        <p:nvSpPr>
          <p:cNvPr id="13" name="Рисунок 5"/>
          <p:cNvSpPr>
            <a:spLocks noGrp="1"/>
          </p:cNvSpPr>
          <p:nvPr>
            <p:ph type="pic" sz="quarter" idx="13" hasCustomPrompt="1"/>
          </p:nvPr>
        </p:nvSpPr>
        <p:spPr>
          <a:xfrm>
            <a:off x="5148310" y="1844675"/>
            <a:ext cx="1940400" cy="4356000"/>
          </a:xfrm>
          <a:prstGeom prst="roundRect">
            <a:avLst>
              <a:gd name="adj" fmla="val 5075"/>
            </a:avLst>
          </a:prstGeo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tr" rotWithShape="0">
              <a:schemeClr val="accent1">
                <a:lumMod val="50000"/>
                <a:alpha val="70000"/>
              </a:scheme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sp>
        <p:nvSpPr>
          <p:cNvPr id="14" name="Рисунок 5"/>
          <p:cNvSpPr>
            <a:spLocks noGrp="1"/>
          </p:cNvSpPr>
          <p:nvPr>
            <p:ph type="pic" sz="quarter" idx="14" hasCustomPrompt="1"/>
          </p:nvPr>
        </p:nvSpPr>
        <p:spPr>
          <a:xfrm>
            <a:off x="2816764" y="1844675"/>
            <a:ext cx="1940400" cy="4356000"/>
          </a:xfrm>
          <a:prstGeom prst="roundRect">
            <a:avLst>
              <a:gd name="adj" fmla="val 5075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tr" rotWithShape="0">
              <a:schemeClr val="accent1">
                <a:lumMod val="50000"/>
                <a:alpha val="70000"/>
              </a:scheme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1103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едиа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38B0AD-5B62-496D-B546-DCABAD799B7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488950" y="325630"/>
            <a:ext cx="8460000" cy="443198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5" name="Рисунок 5"/>
          <p:cNvSpPr>
            <a:spLocks noGrp="1"/>
          </p:cNvSpPr>
          <p:nvPr>
            <p:ph type="pic" sz="quarter" idx="12" hasCustomPrompt="1"/>
          </p:nvPr>
        </p:nvSpPr>
        <p:spPr>
          <a:xfrm>
            <a:off x="4378788" y="1844675"/>
            <a:ext cx="1926000" cy="2772000"/>
          </a:xfrm>
          <a:prstGeom prst="roundRect">
            <a:avLst>
              <a:gd name="adj" fmla="val 5075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ctr" rotWithShape="0">
              <a:srgbClr val="73B0FF">
                <a:alpha val="50000"/>
              </a:srgb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sp>
        <p:nvSpPr>
          <p:cNvPr id="17" name="Рисунок 5"/>
          <p:cNvSpPr>
            <a:spLocks noGrp="1"/>
          </p:cNvSpPr>
          <p:nvPr>
            <p:ph type="pic" sz="quarter" idx="13" hasCustomPrompt="1"/>
          </p:nvPr>
        </p:nvSpPr>
        <p:spPr>
          <a:xfrm>
            <a:off x="9075231" y="1844675"/>
            <a:ext cx="1926000" cy="2772000"/>
          </a:xfrm>
          <a:prstGeom prst="roundRect">
            <a:avLst>
              <a:gd name="adj" fmla="val 5075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ctr" rotWithShape="0">
              <a:srgbClr val="73B0FF">
                <a:alpha val="50000"/>
              </a:srgb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sp>
        <p:nvSpPr>
          <p:cNvPr id="18" name="Рисунок 5"/>
          <p:cNvSpPr>
            <a:spLocks noGrp="1"/>
          </p:cNvSpPr>
          <p:nvPr>
            <p:ph type="pic" sz="quarter" idx="14" hasCustomPrompt="1"/>
          </p:nvPr>
        </p:nvSpPr>
        <p:spPr>
          <a:xfrm>
            <a:off x="6727010" y="1844675"/>
            <a:ext cx="1926000" cy="2772000"/>
          </a:xfrm>
          <a:prstGeom prst="roundRect">
            <a:avLst>
              <a:gd name="adj" fmla="val 5075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ctr" rotWithShape="0">
              <a:srgbClr val="73B0FF">
                <a:alpha val="50000"/>
              </a:srgb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86268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едиа 11_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38B0AD-5B62-496D-B546-DCABAD799B7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488950" y="325630"/>
            <a:ext cx="8460000" cy="4431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Рисунок 5"/>
          <p:cNvSpPr>
            <a:spLocks noGrp="1"/>
          </p:cNvSpPr>
          <p:nvPr>
            <p:ph type="pic" sz="quarter" idx="12" hasCustomPrompt="1"/>
          </p:nvPr>
        </p:nvSpPr>
        <p:spPr>
          <a:xfrm>
            <a:off x="4378788" y="1844675"/>
            <a:ext cx="1926000" cy="2772000"/>
          </a:xfrm>
          <a:prstGeom prst="roundRect">
            <a:avLst>
              <a:gd name="adj" fmla="val 5075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tr" rotWithShape="0">
              <a:schemeClr val="accent1">
                <a:lumMod val="50000"/>
                <a:alpha val="70000"/>
              </a:scheme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sp>
        <p:nvSpPr>
          <p:cNvPr id="17" name="Рисунок 5"/>
          <p:cNvSpPr>
            <a:spLocks noGrp="1"/>
          </p:cNvSpPr>
          <p:nvPr>
            <p:ph type="pic" sz="quarter" idx="13" hasCustomPrompt="1"/>
          </p:nvPr>
        </p:nvSpPr>
        <p:spPr>
          <a:xfrm>
            <a:off x="9075231" y="1844675"/>
            <a:ext cx="1926000" cy="2772000"/>
          </a:xfrm>
          <a:prstGeom prst="roundRect">
            <a:avLst>
              <a:gd name="adj" fmla="val 5075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tr" rotWithShape="0">
              <a:schemeClr val="accent1">
                <a:lumMod val="50000"/>
                <a:alpha val="70000"/>
              </a:scheme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sp>
        <p:nvSpPr>
          <p:cNvPr id="18" name="Рисунок 5"/>
          <p:cNvSpPr>
            <a:spLocks noGrp="1"/>
          </p:cNvSpPr>
          <p:nvPr>
            <p:ph type="pic" sz="quarter" idx="14" hasCustomPrompt="1"/>
          </p:nvPr>
        </p:nvSpPr>
        <p:spPr>
          <a:xfrm>
            <a:off x="6727010" y="1844675"/>
            <a:ext cx="1926000" cy="2772000"/>
          </a:xfrm>
          <a:prstGeom prst="roundRect">
            <a:avLst>
              <a:gd name="adj" fmla="val 5075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tr" rotWithShape="0">
              <a:schemeClr val="accent1">
                <a:lumMod val="50000"/>
                <a:alpha val="70000"/>
              </a:scheme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50533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едиа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38B0AD-5B62-496D-B546-DCABAD799B7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488950" y="325630"/>
            <a:ext cx="8460000" cy="443198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Рисунок 5"/>
          <p:cNvSpPr>
            <a:spLocks noGrp="1"/>
          </p:cNvSpPr>
          <p:nvPr>
            <p:ph type="pic" sz="quarter" idx="12" hasCustomPrompt="1"/>
          </p:nvPr>
        </p:nvSpPr>
        <p:spPr>
          <a:xfrm>
            <a:off x="4378788" y="1844675"/>
            <a:ext cx="3456000" cy="2772000"/>
          </a:xfrm>
          <a:prstGeom prst="roundRect">
            <a:avLst>
              <a:gd name="adj" fmla="val 5075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ctr" rotWithShape="0">
              <a:srgbClr val="73B0FF">
                <a:alpha val="50000"/>
              </a:srgb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sp>
        <p:nvSpPr>
          <p:cNvPr id="15" name="Рисунок 5"/>
          <p:cNvSpPr>
            <a:spLocks noGrp="1"/>
          </p:cNvSpPr>
          <p:nvPr>
            <p:ph type="pic" sz="quarter" idx="14" hasCustomPrompt="1"/>
          </p:nvPr>
        </p:nvSpPr>
        <p:spPr>
          <a:xfrm>
            <a:off x="8256575" y="1844675"/>
            <a:ext cx="3456000" cy="2772000"/>
          </a:xfrm>
          <a:prstGeom prst="roundRect">
            <a:avLst>
              <a:gd name="adj" fmla="val 5075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ctr" rotWithShape="0">
              <a:srgbClr val="73B0FF">
                <a:alpha val="50000"/>
              </a:srgb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71730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едиа 12_dark">
    <p:bg>
      <p:bgPr>
        <a:solidFill>
          <a:srgbClr val="2354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38B0AD-5B62-496D-B546-DCABAD799B7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488950" y="325630"/>
            <a:ext cx="8460000" cy="443198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Рисунок 5"/>
          <p:cNvSpPr>
            <a:spLocks noGrp="1"/>
          </p:cNvSpPr>
          <p:nvPr>
            <p:ph type="pic" sz="quarter" idx="12" hasCustomPrompt="1"/>
          </p:nvPr>
        </p:nvSpPr>
        <p:spPr>
          <a:xfrm>
            <a:off x="4378788" y="1844675"/>
            <a:ext cx="3456000" cy="2772000"/>
          </a:xfrm>
          <a:prstGeom prst="roundRect">
            <a:avLst>
              <a:gd name="adj" fmla="val 5075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tr" rotWithShape="0">
              <a:schemeClr val="accent1">
                <a:lumMod val="50000"/>
                <a:alpha val="70000"/>
              </a:scheme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sp>
        <p:nvSpPr>
          <p:cNvPr id="15" name="Рисунок 5"/>
          <p:cNvSpPr>
            <a:spLocks noGrp="1"/>
          </p:cNvSpPr>
          <p:nvPr>
            <p:ph type="pic" sz="quarter" idx="14" hasCustomPrompt="1"/>
          </p:nvPr>
        </p:nvSpPr>
        <p:spPr>
          <a:xfrm>
            <a:off x="8256575" y="1844675"/>
            <a:ext cx="3456000" cy="2772000"/>
          </a:xfrm>
          <a:prstGeom prst="roundRect">
            <a:avLst>
              <a:gd name="adj" fmla="val 5075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tr" rotWithShape="0">
              <a:schemeClr val="accent1">
                <a:lumMod val="50000"/>
                <a:alpha val="70000"/>
              </a:scheme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49015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едиа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38B0AD-5B62-496D-B546-DCABAD799B7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488950" y="325630"/>
            <a:ext cx="8460000" cy="443198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Рисунок 5"/>
          <p:cNvSpPr>
            <a:spLocks noGrp="1"/>
          </p:cNvSpPr>
          <p:nvPr>
            <p:ph type="pic" sz="quarter" idx="12" hasCustomPrompt="1"/>
          </p:nvPr>
        </p:nvSpPr>
        <p:spPr>
          <a:xfrm>
            <a:off x="4378787" y="1844675"/>
            <a:ext cx="7333787" cy="2772000"/>
          </a:xfrm>
          <a:prstGeom prst="roundRect">
            <a:avLst>
              <a:gd name="adj" fmla="val 3533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ctr" rotWithShape="0">
              <a:srgbClr val="73B0FF">
                <a:alpha val="50000"/>
              </a:srgb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24909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едиа 13_dark">
    <p:bg>
      <p:bgPr>
        <a:solidFill>
          <a:srgbClr val="2354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38B0AD-5B62-496D-B546-DCABAD799B7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488950" y="325630"/>
            <a:ext cx="8460000" cy="4431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Рисунок 5"/>
          <p:cNvSpPr>
            <a:spLocks noGrp="1"/>
          </p:cNvSpPr>
          <p:nvPr>
            <p:ph type="pic" sz="quarter" idx="12" hasCustomPrompt="1"/>
          </p:nvPr>
        </p:nvSpPr>
        <p:spPr>
          <a:xfrm>
            <a:off x="4378787" y="1844675"/>
            <a:ext cx="7333787" cy="2772000"/>
          </a:xfrm>
          <a:prstGeom prst="roundRect">
            <a:avLst>
              <a:gd name="adj" fmla="val 3533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tr" rotWithShape="0">
              <a:schemeClr val="accent1">
                <a:lumMod val="50000"/>
                <a:alpha val="40000"/>
              </a:scheme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62395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едиа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38B0AD-5B62-496D-B546-DCABAD799B7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488950" y="325630"/>
            <a:ext cx="8460000" cy="443198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Рисунок 5"/>
          <p:cNvSpPr>
            <a:spLocks noGrp="1"/>
          </p:cNvSpPr>
          <p:nvPr>
            <p:ph type="pic" sz="quarter" idx="12" hasCustomPrompt="1"/>
          </p:nvPr>
        </p:nvSpPr>
        <p:spPr>
          <a:xfrm>
            <a:off x="4378788" y="1844675"/>
            <a:ext cx="3456000" cy="2772000"/>
          </a:xfrm>
          <a:prstGeom prst="roundRect">
            <a:avLst>
              <a:gd name="adj" fmla="val 5075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ctr" rotWithShape="0">
              <a:srgbClr val="73B0FF">
                <a:alpha val="50000"/>
              </a:srgb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sp>
        <p:nvSpPr>
          <p:cNvPr id="10" name="Рисунок 5"/>
          <p:cNvSpPr>
            <a:spLocks noGrp="1"/>
          </p:cNvSpPr>
          <p:nvPr>
            <p:ph type="pic" sz="quarter" idx="13" hasCustomPrompt="1"/>
          </p:nvPr>
        </p:nvSpPr>
        <p:spPr>
          <a:xfrm>
            <a:off x="488950" y="1844675"/>
            <a:ext cx="3456000" cy="2772000"/>
          </a:xfrm>
          <a:prstGeom prst="roundRect">
            <a:avLst>
              <a:gd name="adj" fmla="val 5075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ctr" rotWithShape="0">
              <a:srgbClr val="73B0FF">
                <a:alpha val="50000"/>
              </a:srgb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sp>
        <p:nvSpPr>
          <p:cNvPr id="12" name="Рисунок 5"/>
          <p:cNvSpPr>
            <a:spLocks noGrp="1"/>
          </p:cNvSpPr>
          <p:nvPr>
            <p:ph type="pic" sz="quarter" idx="14" hasCustomPrompt="1"/>
          </p:nvPr>
        </p:nvSpPr>
        <p:spPr>
          <a:xfrm>
            <a:off x="8256575" y="1844675"/>
            <a:ext cx="3456000" cy="2772000"/>
          </a:xfrm>
          <a:prstGeom prst="roundRect">
            <a:avLst>
              <a:gd name="adj" fmla="val 5075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ctr" rotWithShape="0">
              <a:srgbClr val="73B0FF">
                <a:alpha val="50000"/>
              </a:srgb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92285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Медиа 14">
    <p:bg>
      <p:bgPr>
        <a:solidFill>
          <a:srgbClr val="2354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38B0AD-5B62-496D-B546-DCABAD799B7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488950" y="325630"/>
            <a:ext cx="8460000" cy="4431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Рисунок 5"/>
          <p:cNvSpPr>
            <a:spLocks noGrp="1"/>
          </p:cNvSpPr>
          <p:nvPr>
            <p:ph type="pic" sz="quarter" idx="12" hasCustomPrompt="1"/>
          </p:nvPr>
        </p:nvSpPr>
        <p:spPr>
          <a:xfrm>
            <a:off x="4378788" y="1844675"/>
            <a:ext cx="3456000" cy="2772000"/>
          </a:xfrm>
          <a:prstGeom prst="roundRect">
            <a:avLst>
              <a:gd name="adj" fmla="val 5075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tr" rotWithShape="0">
              <a:schemeClr val="accent1">
                <a:lumMod val="50000"/>
                <a:alpha val="70000"/>
              </a:scheme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sp>
        <p:nvSpPr>
          <p:cNvPr id="10" name="Рисунок 5"/>
          <p:cNvSpPr>
            <a:spLocks noGrp="1"/>
          </p:cNvSpPr>
          <p:nvPr>
            <p:ph type="pic" sz="quarter" idx="13" hasCustomPrompt="1"/>
          </p:nvPr>
        </p:nvSpPr>
        <p:spPr>
          <a:xfrm>
            <a:off x="488950" y="1844675"/>
            <a:ext cx="3456000" cy="2772000"/>
          </a:xfrm>
          <a:prstGeom prst="roundRect">
            <a:avLst>
              <a:gd name="adj" fmla="val 5075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tr" rotWithShape="0">
              <a:schemeClr val="accent1">
                <a:lumMod val="50000"/>
                <a:alpha val="70000"/>
              </a:scheme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sp>
        <p:nvSpPr>
          <p:cNvPr id="12" name="Рисунок 5"/>
          <p:cNvSpPr>
            <a:spLocks noGrp="1"/>
          </p:cNvSpPr>
          <p:nvPr>
            <p:ph type="pic" sz="quarter" idx="14" hasCustomPrompt="1"/>
          </p:nvPr>
        </p:nvSpPr>
        <p:spPr>
          <a:xfrm>
            <a:off x="8256575" y="1844675"/>
            <a:ext cx="3456000" cy="2772000"/>
          </a:xfrm>
          <a:prstGeom prst="roundRect">
            <a:avLst>
              <a:gd name="adj" fmla="val 5075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0" dist="88900" dir="8100000" algn="tr" rotWithShape="0">
              <a:schemeClr val="accent1">
                <a:lumMod val="50000"/>
                <a:alpha val="70000"/>
              </a:schemeClr>
            </a:outerShdw>
          </a:effectLst>
        </p:spPr>
        <p:txBody>
          <a:bodyPr tIns="122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</a:t>
            </a: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12136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едиа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38B0AD-5B62-496D-B546-DCABAD799B7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488950" y="325630"/>
            <a:ext cx="8460000" cy="443198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7" name="Рисунок 5"/>
          <p:cNvSpPr>
            <a:spLocks noGrp="1"/>
          </p:cNvSpPr>
          <p:nvPr>
            <p:ph type="pic" sz="quarter" idx="11" hasCustomPrompt="1"/>
          </p:nvPr>
        </p:nvSpPr>
        <p:spPr>
          <a:xfrm>
            <a:off x="2771839" y="1832344"/>
            <a:ext cx="6640015" cy="4067045"/>
          </a:xfrm>
          <a:prstGeom prst="roundRect">
            <a:avLst>
              <a:gd name="adj" fmla="val 2457"/>
            </a:avLst>
          </a:prstGeom>
          <a:blipFill dpi="0" rotWithShape="0">
            <a:blip r:embed="rId2"/>
            <a:srcRect/>
            <a:tile tx="0" ty="0" sx="60000" sy="60000" flip="none" algn="ctr"/>
          </a:blipFill>
          <a:ln>
            <a:noFill/>
          </a:ln>
          <a:effectLst>
            <a:outerShdw blurRad="381000" dist="88900" dir="8100000" algn="tl" rotWithShape="0">
              <a:srgbClr val="73B0FF">
                <a:alpha val="50000"/>
              </a:srgbClr>
            </a:outerShdw>
          </a:effectLst>
        </p:spPr>
        <p:txBody>
          <a:bodyPr tIns="158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 и перенести его «На задний план» через правую кнопку мышки</a:t>
            </a:r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1413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едиа 1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6"/>
          <p:cNvSpPr>
            <a:spLocks noGrp="1"/>
          </p:cNvSpPr>
          <p:nvPr>
            <p:ph type="sldNum" sz="quarter" idx="15"/>
          </p:nvPr>
        </p:nvSpPr>
        <p:spPr>
          <a:xfrm>
            <a:off x="11195124" y="6474539"/>
            <a:ext cx="517451" cy="123111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Cera CY" panose="00000500000000000000" pitchFamily="2" charset="-52"/>
              </a:defRPr>
            </a:lvl1pPr>
          </a:lstStyle>
          <a:p>
            <a:fld id="{58A9CFFD-EE99-4E11-B8BC-23AC5DDB75E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531462" y="560299"/>
            <a:ext cx="573824" cy="540000"/>
          </a:xfrm>
          <a:prstGeom prst="rect">
            <a:avLst/>
          </a:prstGeom>
        </p:spPr>
      </p:pic>
      <p:sp>
        <p:nvSpPr>
          <p:cNvPr id="7" name="Текст 11">
            <a:extLst>
              <a:ext uri="{FF2B5EF4-FFF2-40B4-BE49-F238E27FC236}">
                <a16:creationId xmlns:a16="http://schemas.microsoft.com/office/drawing/2014/main" xmlns="" id="{BE24BDD4-97EB-49BA-9A0F-A3470B71AC5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6197" y="262556"/>
            <a:ext cx="84600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Рисунок 5"/>
          <p:cNvSpPr>
            <a:spLocks noGrp="1"/>
          </p:cNvSpPr>
          <p:nvPr>
            <p:ph type="pic" sz="quarter" idx="11" hasCustomPrompt="1"/>
          </p:nvPr>
        </p:nvSpPr>
        <p:spPr>
          <a:xfrm>
            <a:off x="2771839" y="1832344"/>
            <a:ext cx="6640015" cy="4067045"/>
          </a:xfrm>
          <a:prstGeom prst="roundRect">
            <a:avLst>
              <a:gd name="adj" fmla="val 2457"/>
            </a:avLst>
          </a:prstGeom>
          <a:blipFill dpi="0" rotWithShape="0">
            <a:blip r:embed="rId3"/>
            <a:srcRect/>
            <a:tile tx="0" ty="0" sx="60000" sy="60000" flip="none" algn="ctr"/>
          </a:blipFill>
          <a:ln>
            <a:noFill/>
          </a:ln>
          <a:effectLst>
            <a:outerShdw blurRad="381000" dist="88900" dir="8100000" algn="tl" rotWithShape="0">
              <a:schemeClr val="accent1">
                <a:lumMod val="50000"/>
                <a:alpha val="70000"/>
              </a:schemeClr>
            </a:outerShdw>
          </a:effectLst>
        </p:spPr>
        <p:txBody>
          <a:bodyPr tIns="158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 и перенести его «На задний план» через правую кнопку мышки</a:t>
            </a: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09325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5" pos="3840">
          <p15:clr>
            <a:srgbClr val="A4A3A4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едиа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38B0AD-5B62-496D-B546-DCABAD799B7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488950" y="325630"/>
            <a:ext cx="8460000" cy="443198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4" name="Рисунок 5"/>
          <p:cNvSpPr>
            <a:spLocks noGrp="1"/>
          </p:cNvSpPr>
          <p:nvPr>
            <p:ph type="pic" sz="quarter" idx="11" hasCustomPrompt="1"/>
          </p:nvPr>
        </p:nvSpPr>
        <p:spPr>
          <a:xfrm>
            <a:off x="902689" y="2249255"/>
            <a:ext cx="4507200" cy="2764800"/>
          </a:xfrm>
          <a:prstGeom prst="roundRect">
            <a:avLst>
              <a:gd name="adj" fmla="val 2457"/>
            </a:avLst>
          </a:prstGeom>
          <a:blipFill dpi="0" rotWithShape="0">
            <a:blip r:embed="rId2"/>
            <a:srcRect/>
            <a:tile tx="0" ty="0" sx="60000" sy="60000" flip="none" algn="ctr"/>
          </a:blipFill>
          <a:ln>
            <a:noFill/>
          </a:ln>
          <a:effectLst>
            <a:outerShdw blurRad="381000" dist="88900" dir="8100000" algn="tl" rotWithShape="0">
              <a:srgbClr val="73B0FF">
                <a:alpha val="50000"/>
              </a:srgbClr>
            </a:outerShdw>
          </a:effectLst>
        </p:spPr>
        <p:txBody>
          <a:bodyPr tIns="158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 и перенести его «На задний план» через правую кнопку мышки</a:t>
            </a:r>
          </a:p>
        </p:txBody>
      </p:sp>
      <p:sp>
        <p:nvSpPr>
          <p:cNvPr id="15" name="Рисунок 5"/>
          <p:cNvSpPr>
            <a:spLocks noGrp="1"/>
          </p:cNvSpPr>
          <p:nvPr>
            <p:ph type="pic" sz="quarter" idx="12" hasCustomPrompt="1"/>
          </p:nvPr>
        </p:nvSpPr>
        <p:spPr>
          <a:xfrm>
            <a:off x="6783775" y="2249255"/>
            <a:ext cx="4507200" cy="2764800"/>
          </a:xfrm>
          <a:prstGeom prst="roundRect">
            <a:avLst>
              <a:gd name="adj" fmla="val 2457"/>
            </a:avLst>
          </a:prstGeom>
          <a:blipFill dpi="0" rotWithShape="0">
            <a:blip r:embed="rId2"/>
            <a:srcRect/>
            <a:tile tx="0" ty="0" sx="60000" sy="60000" flip="none" algn="ctr"/>
          </a:blipFill>
          <a:ln>
            <a:noFill/>
          </a:ln>
          <a:effectLst>
            <a:outerShdw blurRad="381000" dist="88900" dir="8100000" algn="tl" rotWithShape="0">
              <a:srgbClr val="73B0FF">
                <a:alpha val="50000"/>
              </a:srgbClr>
            </a:outerShdw>
          </a:effectLst>
        </p:spPr>
        <p:txBody>
          <a:bodyPr tIns="158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 и перенести его «На задний план» через правую кнопку мышки</a:t>
            </a: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54517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едиа 1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6"/>
          <p:cNvSpPr>
            <a:spLocks noGrp="1"/>
          </p:cNvSpPr>
          <p:nvPr>
            <p:ph type="sldNum" sz="quarter" idx="15"/>
          </p:nvPr>
        </p:nvSpPr>
        <p:spPr>
          <a:xfrm>
            <a:off x="11195124" y="6474539"/>
            <a:ext cx="517451" cy="123111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Cera CY" panose="00000500000000000000" pitchFamily="2" charset="-52"/>
              </a:defRPr>
            </a:lvl1pPr>
          </a:lstStyle>
          <a:p>
            <a:fld id="{58A9CFFD-EE99-4E11-B8BC-23AC5DDB75E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531462" y="560299"/>
            <a:ext cx="573824" cy="540000"/>
          </a:xfrm>
          <a:prstGeom prst="rect">
            <a:avLst/>
          </a:prstGeom>
        </p:spPr>
      </p:pic>
      <p:sp>
        <p:nvSpPr>
          <p:cNvPr id="7" name="Текст 11">
            <a:extLst>
              <a:ext uri="{FF2B5EF4-FFF2-40B4-BE49-F238E27FC236}">
                <a16:creationId xmlns:a16="http://schemas.microsoft.com/office/drawing/2014/main" xmlns="" id="{BE24BDD4-97EB-49BA-9A0F-A3470B71AC5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6197" y="262556"/>
            <a:ext cx="84600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5" name="Рисунок 5"/>
          <p:cNvSpPr>
            <a:spLocks noGrp="1"/>
          </p:cNvSpPr>
          <p:nvPr>
            <p:ph type="pic" sz="quarter" idx="11" hasCustomPrompt="1"/>
          </p:nvPr>
        </p:nvSpPr>
        <p:spPr>
          <a:xfrm>
            <a:off x="902689" y="2249255"/>
            <a:ext cx="4507200" cy="2764800"/>
          </a:xfrm>
          <a:prstGeom prst="roundRect">
            <a:avLst>
              <a:gd name="adj" fmla="val 2457"/>
            </a:avLst>
          </a:prstGeom>
          <a:blipFill dpi="0" rotWithShape="0">
            <a:blip r:embed="rId3"/>
            <a:srcRect/>
            <a:tile tx="0" ty="0" sx="60000" sy="60000" flip="none" algn="ctr"/>
          </a:blipFill>
          <a:ln>
            <a:noFill/>
          </a:ln>
          <a:effectLst>
            <a:outerShdw blurRad="381000" dist="88900" dir="8100000" algn="tl" rotWithShape="0">
              <a:schemeClr val="accent1">
                <a:lumMod val="50000"/>
                <a:alpha val="70000"/>
              </a:schemeClr>
            </a:outerShdw>
          </a:effectLst>
        </p:spPr>
        <p:txBody>
          <a:bodyPr tIns="158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 и перенести его «На задний план» через правую кнопку мышки</a:t>
            </a:r>
          </a:p>
        </p:txBody>
      </p:sp>
      <p:sp>
        <p:nvSpPr>
          <p:cNvPr id="16" name="Рисунок 5"/>
          <p:cNvSpPr>
            <a:spLocks noGrp="1"/>
          </p:cNvSpPr>
          <p:nvPr>
            <p:ph type="pic" sz="quarter" idx="12" hasCustomPrompt="1"/>
          </p:nvPr>
        </p:nvSpPr>
        <p:spPr>
          <a:xfrm>
            <a:off x="6783775" y="2249255"/>
            <a:ext cx="4507200" cy="2764800"/>
          </a:xfrm>
          <a:prstGeom prst="roundRect">
            <a:avLst>
              <a:gd name="adj" fmla="val 2457"/>
            </a:avLst>
          </a:prstGeom>
          <a:blipFill dpi="0" rotWithShape="0">
            <a:blip r:embed="rId3"/>
            <a:srcRect/>
            <a:tile tx="0" ty="0" sx="60000" sy="60000" flip="none" algn="ctr"/>
          </a:blipFill>
          <a:ln>
            <a:noFill/>
          </a:ln>
          <a:effectLst>
            <a:outerShdw blurRad="381000" dist="88900" dir="8100000" algn="tl" rotWithShape="0">
              <a:schemeClr val="accent1">
                <a:lumMod val="50000"/>
                <a:alpha val="70000"/>
              </a:schemeClr>
            </a:outerShdw>
          </a:effectLst>
        </p:spPr>
        <p:txBody>
          <a:bodyPr tIns="158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 и перенести его «На задний план» через правую кнопку мышки</a:t>
            </a: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93998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5" pos="3840">
          <p15:clr>
            <a:srgbClr val="A4A3A4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едиа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38B0AD-5B62-496D-B546-DCABAD799B7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488950" y="325630"/>
            <a:ext cx="8460000" cy="443198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4" name="Рисунок 5"/>
          <p:cNvSpPr>
            <a:spLocks noGrp="1"/>
          </p:cNvSpPr>
          <p:nvPr>
            <p:ph type="pic" sz="quarter" idx="11" hasCustomPrompt="1"/>
          </p:nvPr>
        </p:nvSpPr>
        <p:spPr>
          <a:xfrm>
            <a:off x="902689" y="2249255"/>
            <a:ext cx="4507200" cy="2764800"/>
          </a:xfrm>
          <a:prstGeom prst="roundRect">
            <a:avLst>
              <a:gd name="adj" fmla="val 2457"/>
            </a:avLst>
          </a:prstGeom>
          <a:blipFill dpi="0" rotWithShape="0">
            <a:blip r:embed="rId2"/>
            <a:srcRect/>
            <a:tile tx="0" ty="0" sx="60000" sy="60000" flip="none" algn="ctr"/>
          </a:blipFill>
          <a:ln>
            <a:noFill/>
          </a:ln>
          <a:effectLst>
            <a:outerShdw blurRad="381000" dist="88900" dir="8100000" algn="tl" rotWithShape="0">
              <a:srgbClr val="73B0FF">
                <a:alpha val="50000"/>
              </a:srgbClr>
            </a:outerShdw>
          </a:effectLst>
        </p:spPr>
        <p:txBody>
          <a:bodyPr vert="horz" lIns="0" tIns="1584000" rIns="0" bIns="0" rtlCol="0" anchor="ctr">
            <a:normAutofit/>
          </a:bodyPr>
          <a:lstStyle>
            <a:lvl1pPr>
              <a:defRPr lang="ru-RU" sz="1100" baseline="0" dirty="0">
                <a:solidFill>
                  <a:srgbClr val="2354D6"/>
                </a:solidFill>
              </a:defRPr>
            </a:lvl1pPr>
          </a:lstStyle>
          <a:p>
            <a:pPr marL="0" lvl="0" indent="0" algn="ctr">
              <a:buNone/>
            </a:pPr>
            <a:r>
              <a:rPr lang="ru-RU" dirty="0"/>
              <a:t>Вставить изображение и перенести его «На задний план» через правую кнопку мышки</a:t>
            </a:r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75503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едиа 20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6"/>
          <p:cNvSpPr>
            <a:spLocks noGrp="1"/>
          </p:cNvSpPr>
          <p:nvPr>
            <p:ph type="sldNum" sz="quarter" idx="15"/>
          </p:nvPr>
        </p:nvSpPr>
        <p:spPr>
          <a:xfrm>
            <a:off x="11195124" y="6474539"/>
            <a:ext cx="517451" cy="123111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Cera CY" panose="00000500000000000000" pitchFamily="2" charset="-52"/>
              </a:defRPr>
            </a:lvl1pPr>
          </a:lstStyle>
          <a:p>
            <a:fld id="{58A9CFFD-EE99-4E11-B8BC-23AC5DDB75E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531462" y="560299"/>
            <a:ext cx="573824" cy="540000"/>
          </a:xfrm>
          <a:prstGeom prst="rect">
            <a:avLst/>
          </a:prstGeom>
        </p:spPr>
      </p:pic>
      <p:sp>
        <p:nvSpPr>
          <p:cNvPr id="7" name="Текст 11">
            <a:extLst>
              <a:ext uri="{FF2B5EF4-FFF2-40B4-BE49-F238E27FC236}">
                <a16:creationId xmlns:a16="http://schemas.microsoft.com/office/drawing/2014/main" xmlns="" id="{BE24BDD4-97EB-49BA-9A0F-A3470B71AC5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6197" y="262556"/>
            <a:ext cx="84600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5" name="Рисунок 5"/>
          <p:cNvSpPr>
            <a:spLocks noGrp="1"/>
          </p:cNvSpPr>
          <p:nvPr>
            <p:ph type="pic" sz="quarter" idx="11" hasCustomPrompt="1"/>
          </p:nvPr>
        </p:nvSpPr>
        <p:spPr>
          <a:xfrm>
            <a:off x="902689" y="2249255"/>
            <a:ext cx="4507200" cy="2764800"/>
          </a:xfrm>
          <a:prstGeom prst="roundRect">
            <a:avLst>
              <a:gd name="adj" fmla="val 2457"/>
            </a:avLst>
          </a:prstGeom>
          <a:blipFill dpi="0" rotWithShape="0">
            <a:blip r:embed="rId3"/>
            <a:srcRect/>
            <a:tile tx="0" ty="0" sx="60000" sy="60000" flip="none" algn="ctr"/>
          </a:blipFill>
          <a:ln>
            <a:noFill/>
          </a:ln>
          <a:effectLst>
            <a:outerShdw blurRad="381000" dist="88900" dir="8100000" algn="tl" rotWithShape="0">
              <a:schemeClr val="accent1">
                <a:lumMod val="50000"/>
                <a:alpha val="70000"/>
              </a:schemeClr>
            </a:outerShdw>
          </a:effectLst>
        </p:spPr>
        <p:txBody>
          <a:bodyPr tIns="158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 и перенести его «На задний план» через правую кнопку мышки</a:t>
            </a: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0260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5" pos="3840">
          <p15:clr>
            <a:srgbClr val="A4A3A4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едиа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38B0AD-5B62-496D-B546-DCABAD799B7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488950" y="325630"/>
            <a:ext cx="8460000" cy="443198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0" name="Рисунок 5"/>
          <p:cNvSpPr>
            <a:spLocks noGrp="1"/>
          </p:cNvSpPr>
          <p:nvPr>
            <p:ph type="pic" sz="quarter" idx="11" hasCustomPrompt="1"/>
          </p:nvPr>
        </p:nvSpPr>
        <p:spPr>
          <a:xfrm>
            <a:off x="1905662" y="2016722"/>
            <a:ext cx="1857600" cy="4006888"/>
          </a:xfrm>
          <a:prstGeom prst="round2SameRect">
            <a:avLst>
              <a:gd name="adj1" fmla="val 0"/>
              <a:gd name="adj2" fmla="val 11959"/>
            </a:avLst>
          </a:prstGeom>
          <a:blipFill dpi="0" rotWithShape="0">
            <a:blip r:embed="rId2"/>
            <a:srcRect/>
            <a:tile tx="0" ty="0" sx="60000" sy="60000" flip="none" algn="ctr"/>
          </a:blipFill>
          <a:ln>
            <a:noFill/>
          </a:ln>
          <a:effectLst/>
        </p:spPr>
        <p:txBody>
          <a:bodyPr tIns="158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 и перенести его «На задний план» через правую кнопку мышки</a:t>
            </a:r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53789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едиа 2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6"/>
          <p:cNvSpPr>
            <a:spLocks noGrp="1"/>
          </p:cNvSpPr>
          <p:nvPr>
            <p:ph type="sldNum" sz="quarter" idx="15"/>
          </p:nvPr>
        </p:nvSpPr>
        <p:spPr>
          <a:xfrm>
            <a:off x="11195124" y="6474539"/>
            <a:ext cx="517451" cy="123111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Cera CY" panose="00000500000000000000" pitchFamily="2" charset="-52"/>
              </a:defRPr>
            </a:lvl1pPr>
          </a:lstStyle>
          <a:p>
            <a:fld id="{58A9CFFD-EE99-4E11-B8BC-23AC5DDB75E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531462" y="560299"/>
            <a:ext cx="573824" cy="540000"/>
          </a:xfrm>
          <a:prstGeom prst="rect">
            <a:avLst/>
          </a:prstGeom>
        </p:spPr>
      </p:pic>
      <p:sp>
        <p:nvSpPr>
          <p:cNvPr id="7" name="Текст 11">
            <a:extLst>
              <a:ext uri="{FF2B5EF4-FFF2-40B4-BE49-F238E27FC236}">
                <a16:creationId xmlns:a16="http://schemas.microsoft.com/office/drawing/2014/main" xmlns="" id="{BE24BDD4-97EB-49BA-9A0F-A3470B71AC5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6197" y="262556"/>
            <a:ext cx="84600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8" name="Рисунок 5"/>
          <p:cNvSpPr>
            <a:spLocks noGrp="1"/>
          </p:cNvSpPr>
          <p:nvPr>
            <p:ph type="pic" sz="quarter" idx="11" hasCustomPrompt="1"/>
          </p:nvPr>
        </p:nvSpPr>
        <p:spPr>
          <a:xfrm>
            <a:off x="1905662" y="2016722"/>
            <a:ext cx="1857600" cy="4006888"/>
          </a:xfrm>
          <a:prstGeom prst="round2SameRect">
            <a:avLst>
              <a:gd name="adj1" fmla="val 0"/>
              <a:gd name="adj2" fmla="val 11959"/>
            </a:avLst>
          </a:prstGeom>
          <a:blipFill dpi="0" rotWithShape="0">
            <a:blip r:embed="rId3"/>
            <a:srcRect/>
            <a:tile tx="0" ty="0" sx="60000" sy="60000" flip="none" algn="ctr"/>
          </a:blipFill>
          <a:ln>
            <a:noFill/>
          </a:ln>
          <a:effectLst/>
        </p:spPr>
        <p:txBody>
          <a:bodyPr tIns="1584000" anchor="ctr">
            <a:normAutofit/>
          </a:bodyPr>
          <a:lstStyle>
            <a:lvl1pPr marL="0" indent="0" algn="ctr">
              <a:buNone/>
              <a:defRPr sz="1100" baseline="0">
                <a:solidFill>
                  <a:srgbClr val="2354D6"/>
                </a:solidFill>
              </a:defRPr>
            </a:lvl1pPr>
          </a:lstStyle>
          <a:p>
            <a:r>
              <a:rPr lang="ru-RU" dirty="0"/>
              <a:t>Вставить изображение и перенести его «На задний план» через правую кнопку мышки</a:t>
            </a: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09" y="320343"/>
            <a:ext cx="246266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37165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5" pos="3840">
          <p15:clr>
            <a:srgbClr val="A4A3A4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xmlns="" id="{65DC2988-5D65-4953-9200-7090D2FA56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3323" y="6311047"/>
            <a:ext cx="514489" cy="28660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800" b="0">
                <a:solidFill>
                  <a:schemeClr val="tx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8B38B0AD-5B62-496D-B546-DCABAD799B7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8358F33-B34D-C846-861F-C128DF6CD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269875"/>
            <a:ext cx="8460000" cy="443198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CE7C8371-5814-DC4E-BFAE-28AE13488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8950" y="1062038"/>
            <a:ext cx="11233150" cy="356393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363538" lvl="0" indent="-363538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rgbClr val="0057C0"/>
              </a:buClr>
              <a:buFont typeface="Tahoma" panose="020B0604030504040204" pitchFamily="34" charset="0"/>
            </a:pPr>
            <a:r>
              <a:rPr lang="ru-RU" dirty="0"/>
              <a:t>Образец текста
Второй уровень
Третий уровень
Четвертый уровень
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189481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81" r:id="rId2"/>
    <p:sldLayoutId id="2147483664" r:id="rId3"/>
    <p:sldLayoutId id="2147483682" r:id="rId4"/>
    <p:sldLayoutId id="2147483680" r:id="rId5"/>
    <p:sldLayoutId id="2147483683" r:id="rId6"/>
    <p:sldLayoutId id="2147483679" r:id="rId7"/>
    <p:sldLayoutId id="2147483678" r:id="rId8"/>
    <p:sldLayoutId id="2147483671" r:id="rId9"/>
    <p:sldLayoutId id="2147483672" r:id="rId10"/>
    <p:sldLayoutId id="2147483670" r:id="rId11"/>
    <p:sldLayoutId id="2147483684" r:id="rId12"/>
    <p:sldLayoutId id="2147483676" r:id="rId13"/>
    <p:sldLayoutId id="2147483677" r:id="rId14"/>
    <p:sldLayoutId id="2147483685" r:id="rId15"/>
    <p:sldLayoutId id="2147483667" r:id="rId16"/>
    <p:sldLayoutId id="2147483668" r:id="rId17"/>
    <p:sldLayoutId id="2147483686" r:id="rId18"/>
    <p:sldLayoutId id="2147483687" r:id="rId19"/>
    <p:sldLayoutId id="2147483688" r:id="rId20"/>
    <p:sldLayoutId id="2147483689" r:id="rId21"/>
    <p:sldLayoutId id="2147483690" r:id="rId22"/>
    <p:sldLayoutId id="2147483691" r:id="rId23"/>
    <p:sldLayoutId id="2147483692" r:id="rId24"/>
    <p:sldLayoutId id="2147483693" r:id="rId25"/>
    <p:sldLayoutId id="2147483694" r:id="rId26"/>
    <p:sldLayoutId id="2147483695" r:id="rId27"/>
    <p:sldLayoutId id="2147483696" r:id="rId28"/>
    <p:sldLayoutId id="2147483697" r:id="rId29"/>
    <p:sldLayoutId id="2147483708" r:id="rId30"/>
    <p:sldLayoutId id="2147483709" r:id="rId31"/>
    <p:sldLayoutId id="2147483710" r:id="rId32"/>
    <p:sldLayoutId id="2147483711" r:id="rId33"/>
    <p:sldLayoutId id="2147483712" r:id="rId34"/>
    <p:sldLayoutId id="2147483713" r:id="rId35"/>
    <p:sldLayoutId id="2147483714" r:id="rId36"/>
    <p:sldLayoutId id="2147483715" r:id="rId37"/>
    <p:sldLayoutId id="2147483716" r:id="rId38"/>
    <p:sldLayoutId id="2147483717" r:id="rId39"/>
    <p:sldLayoutId id="2147483718" r:id="rId40"/>
    <p:sldLayoutId id="2147483719" r:id="rId41"/>
    <p:sldLayoutId id="2147483720" r:id="rId42"/>
    <p:sldLayoutId id="2147483738" r:id="rId43"/>
    <p:sldLayoutId id="2147483721" r:id="rId44"/>
    <p:sldLayoutId id="2147483739" r:id="rId45"/>
    <p:sldLayoutId id="2147483722" r:id="rId46"/>
    <p:sldLayoutId id="2147483740" r:id="rId47"/>
    <p:sldLayoutId id="2147483723" r:id="rId48"/>
    <p:sldLayoutId id="2147483741" r:id="rId49"/>
    <p:sldLayoutId id="2147483724" r:id="rId50"/>
    <p:sldLayoutId id="2147483746" r:id="rId51"/>
    <p:sldLayoutId id="2147483725" r:id="rId52"/>
    <p:sldLayoutId id="2147483747" r:id="rId53"/>
    <p:sldLayoutId id="2147483726" r:id="rId54"/>
    <p:sldLayoutId id="2147483744" r:id="rId55"/>
    <p:sldLayoutId id="2147483727" r:id="rId56"/>
    <p:sldLayoutId id="2147483743" r:id="rId57"/>
    <p:sldLayoutId id="2147483728" r:id="rId58"/>
    <p:sldLayoutId id="2147483742" r:id="rId59"/>
    <p:sldLayoutId id="2147483729" r:id="rId60"/>
    <p:sldLayoutId id="2147483745" r:id="rId61"/>
    <p:sldLayoutId id="2147483730" r:id="rId62"/>
    <p:sldLayoutId id="2147483731" r:id="rId63"/>
    <p:sldLayoutId id="2147483732" r:id="rId64"/>
    <p:sldLayoutId id="2147483733" r:id="rId65"/>
    <p:sldLayoutId id="2147483734" r:id="rId66"/>
    <p:sldLayoutId id="2147483735" r:id="rId67"/>
    <p:sldLayoutId id="2147483736" r:id="rId68"/>
    <p:sldLayoutId id="2147483737" r:id="rId6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180000" indent="-180000" algn="l" defTabSz="914400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Arial" panose="020B0604020202020204" pitchFamily="34" charset="0"/>
        <a:buChar char="•"/>
        <a:defRPr lang="ru-RU" sz="1400" kern="1200" dirty="0" smtClean="0">
          <a:solidFill>
            <a:schemeClr val="tx1"/>
          </a:solidFill>
          <a:latin typeface="+mj-lt"/>
          <a:ea typeface="Tahoma" panose="020B0604030504040204" pitchFamily="34" charset="0"/>
          <a:cs typeface="Tahoma" panose="020B060403050404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02">
          <p15:clr>
            <a:srgbClr val="F26B43"/>
          </p15:clr>
        </p15:guide>
        <p15:guide id="2" pos="7378">
          <p15:clr>
            <a:srgbClr val="F26B43"/>
          </p15:clr>
        </p15:guide>
        <p15:guide id="3" pos="3704">
          <p15:clr>
            <a:srgbClr val="F26B43"/>
          </p15:clr>
        </p15:guide>
        <p15:guide id="4" pos="1527">
          <p15:clr>
            <a:srgbClr val="F26B43"/>
          </p15:clr>
        </p15:guide>
        <p15:guide id="5" pos="2751">
          <p15:clr>
            <a:srgbClr val="F26B43"/>
          </p15:clr>
        </p15:guide>
        <p15:guide id="6" pos="6153">
          <p15:clr>
            <a:srgbClr val="F26B43"/>
          </p15:clr>
        </p15:guide>
        <p15:guide id="7" pos="4929">
          <p15:clr>
            <a:srgbClr val="F26B43"/>
          </p15:clr>
        </p15:guide>
        <p15:guide id="8" pos="1255">
          <p15:clr>
            <a:srgbClr val="F26B43"/>
          </p15:clr>
        </p15:guide>
        <p15:guide id="9" pos="2479">
          <p15:clr>
            <a:srgbClr val="F26B43"/>
          </p15:clr>
        </p15:guide>
        <p15:guide id="10" pos="3976">
          <p15:clr>
            <a:srgbClr val="F26B43"/>
          </p15:clr>
        </p15:guide>
        <p15:guide id="11" pos="5201">
          <p15:clr>
            <a:srgbClr val="F26B43"/>
          </p15:clr>
        </p15:guide>
        <p15:guide id="12" pos="6425">
          <p15:clr>
            <a:srgbClr val="F26B43"/>
          </p15:clr>
        </p15:guide>
        <p15:guide id="13" orient="horz" pos="164">
          <p15:clr>
            <a:srgbClr val="F26B43"/>
          </p15:clr>
        </p15:guide>
        <p15:guide id="14" orient="horz" pos="4156">
          <p15:clr>
            <a:srgbClr val="F26B43"/>
          </p15:clr>
        </p15:guide>
        <p15:guide id="15" orient="horz" pos="2160">
          <p15:clr>
            <a:srgbClr val="F26B43"/>
          </p15:clr>
        </p15:guide>
        <p15:guide id="17" orient="horz" pos="1911">
          <p15:clr>
            <a:srgbClr val="F26B43"/>
          </p15:clr>
        </p15:guide>
        <p15:guide id="18" orient="horz" pos="1412">
          <p15:clr>
            <a:srgbClr val="F26B43"/>
          </p15:clr>
        </p15:guide>
        <p15:guide id="19" orient="horz" pos="3657">
          <p15:clr>
            <a:srgbClr val="F26B43"/>
          </p15:clr>
        </p15:guide>
        <p15:guide id="21" orient="horz" pos="1162">
          <p15:clr>
            <a:srgbClr val="F26B43"/>
          </p15:clr>
        </p15:guide>
        <p15:guide id="22" orient="horz" pos="913">
          <p15:clr>
            <a:srgbClr val="F26B43"/>
          </p15:clr>
        </p15:guide>
        <p15:guide id="23" orient="horz" pos="663">
          <p15:clr>
            <a:srgbClr val="F26B43"/>
          </p15:clr>
        </p15:guide>
        <p15:guide id="24" orient="horz" pos="414">
          <p15:clr>
            <a:srgbClr val="F26B43"/>
          </p15:clr>
        </p15:guide>
        <p15:guide id="25" orient="horz" pos="1661">
          <p15:clr>
            <a:srgbClr val="F26B43"/>
          </p15:clr>
        </p15:guide>
        <p15:guide id="26" orient="horz" pos="2409">
          <p15:clr>
            <a:srgbClr val="F26B43"/>
          </p15:clr>
        </p15:guide>
        <p15:guide id="27" orient="horz" pos="2659">
          <p15:clr>
            <a:srgbClr val="F26B43"/>
          </p15:clr>
        </p15:guide>
        <p15:guide id="28" orient="horz" pos="2908">
          <p15:clr>
            <a:srgbClr val="F26B43"/>
          </p15:clr>
        </p15:guide>
        <p15:guide id="29" orient="horz" pos="3158">
          <p15:clr>
            <a:srgbClr val="F26B43"/>
          </p15:clr>
        </p15:guide>
        <p15:guide id="30" orient="horz" pos="3407">
          <p15:clr>
            <a:srgbClr val="F26B43"/>
          </p15:clr>
        </p15:guide>
        <p15:guide id="31" orient="horz" pos="3906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sz="800"/>
              <a:t>Меньше ручной работы</a:t>
            </a:r>
          </a:p>
          <a:p>
            <a:pPr/>
            <a:r>
              <a:rPr sz="800"/>
              <a:t>Быстрее согласование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sz="800"/>
              <a:t>Меньше ручной работы</a:t>
            </a:r>
          </a:p>
          <a:p>
            <a:pPr/>
            <a:r>
              <a:rPr sz="800"/>
              <a:t>Быстрее согласование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157">
      <a:dk1>
        <a:srgbClr val="000000"/>
      </a:dk1>
      <a:lt1>
        <a:srgbClr val="FFFFFF"/>
      </a:lt1>
      <a:dk2>
        <a:srgbClr val="696E82"/>
      </a:dk2>
      <a:lt2>
        <a:srgbClr val="EDEEF2"/>
      </a:lt2>
      <a:accent1>
        <a:srgbClr val="2354D6"/>
      </a:accent1>
      <a:accent2>
        <a:srgbClr val="4478FF"/>
      </a:accent2>
      <a:accent3>
        <a:srgbClr val="D1E5FF"/>
      </a:accent3>
      <a:accent4>
        <a:srgbClr val="F4F6FA"/>
      </a:accent4>
      <a:accent5>
        <a:srgbClr val="FFA066"/>
      </a:accent5>
      <a:accent6>
        <a:srgbClr val="FF7900"/>
      </a:accent6>
      <a:hlink>
        <a:srgbClr val="4478FF"/>
      </a:hlink>
      <a:folHlink>
        <a:srgbClr val="FFA066"/>
      </a:folHlink>
    </a:clrScheme>
    <a:fontScheme name="Другая 1">
      <a:majorFont>
        <a:latin typeface="Cera CY"/>
        <a:ea typeface=""/>
        <a:cs typeface=""/>
      </a:majorFont>
      <a:minorFont>
        <a:latin typeface="Cera CY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F2C032776283D74198961046CF78D145" ma:contentTypeVersion="2" ma:contentTypeDescription="Создание документа." ma:contentTypeScope="" ma:versionID="98e8c40dcc8dcce496e09ac9114b0652">
  <xsd:schema xmlns:xsd="http://www.w3.org/2001/XMLSchema" xmlns:xs="http://www.w3.org/2001/XMLSchema" xmlns:p="http://schemas.microsoft.com/office/2006/metadata/properties" xmlns:ns2="d93d7d1d-3ce8-4391-a1c3-849acecebca2" targetNamespace="http://schemas.microsoft.com/office/2006/metadata/properties" ma:root="true" ma:fieldsID="1de86f2c903bc2ae47bb763d29f878f7" ns2:_="">
    <xsd:import namespace="d93d7d1d-3ce8-4391-a1c3-849acecebca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3d7d1d-3ce8-4391-a1c3-849acecebca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188A593-B05C-4869-80B9-B8620C1F48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93d7d1d-3ce8-4391-a1c3-849acecebc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5521B4C-CB18-4EC2-AB41-9C82E4084E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C54DEF9-905A-4500-A2E7-43A2E9A0FA4B}">
  <ds:schemaRefs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www.w3.org/XML/1998/namespace"/>
    <ds:schemaRef ds:uri="d93d7d1d-3ce8-4391-a1c3-849acecebca2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12327</TotalTime>
  <Words>19264</Words>
  <Application>Microsoft Office PowerPoint</Application>
  <PresentationFormat>Широкоэкранный</PresentationFormat>
  <Paragraphs>3354</Paragraphs>
  <Slides>218</Slides>
  <Notes>59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218</vt:i4>
      </vt:variant>
    </vt:vector>
  </HeadingPairs>
  <TitlesOfParts>
    <vt:vector size="226" baseType="lpstr">
      <vt:lpstr>Arial</vt:lpstr>
      <vt:lpstr>Calibri</vt:lpstr>
      <vt:lpstr>Cera CY</vt:lpstr>
      <vt:lpstr>Gilroy</vt:lpstr>
      <vt:lpstr>Tahoma</vt:lpstr>
      <vt:lpstr>Verdana</vt:lpstr>
      <vt:lpstr>Тема Office</vt:lpstr>
      <vt:lpstr>Слайд think-cell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Содержание</vt:lpstr>
      <vt:lpstr>Содержание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Графики и диаграммы</vt:lpstr>
      <vt:lpstr>Графики и диаграммы</vt:lpstr>
      <vt:lpstr>Графики и диаграммы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Один имидж</vt:lpstr>
      <vt:lpstr>Два имиджа</vt:lpstr>
      <vt:lpstr>Три имиджа</vt:lpstr>
      <vt:lpstr>Один имидж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Заголовок слайда + фото</vt:lpstr>
      <vt:lpstr>Заголовок слайда + фото</vt:lpstr>
      <vt:lpstr>Заголовок слайда + фото</vt:lpstr>
      <vt:lpstr>Заголовок слайда + фото</vt:lpstr>
      <vt:lpstr>Заголовок слайда + фото</vt:lpstr>
      <vt:lpstr>Презентация PowerPoint</vt:lpstr>
      <vt:lpstr>Презентация PowerPoint</vt:lpstr>
      <vt:lpstr>Заголовок слайда + фото</vt:lpstr>
      <vt:lpstr>Заголовок слайда + фото</vt:lpstr>
      <vt:lpstr>Заголовок слайда + фото</vt:lpstr>
      <vt:lpstr>Заголовок слайда + фото</vt:lpstr>
      <vt:lpstr>Заголовок слайда + фото</vt:lpstr>
      <vt:lpstr>Заголовок слайда + фото</vt:lpstr>
      <vt:lpstr>Заголовок слайда + фото</vt:lpstr>
      <vt:lpstr>Заголовок слайда + фото</vt:lpstr>
      <vt:lpstr>Презентация PowerPoint</vt:lpstr>
      <vt:lpstr>Заголовок слайда + фото</vt:lpstr>
      <vt:lpstr>Заголовок слайда + фото</vt:lpstr>
      <vt:lpstr>Заголовок слайда + фото</vt:lpstr>
      <vt:lpstr>Заголовок слайда + фото</vt:lpstr>
      <vt:lpstr>Заголовок слайда + фото</vt:lpstr>
      <vt:lpstr>Заголовок слайда + фото</vt:lpstr>
      <vt:lpstr>Заголовок слайда + фото</vt:lpstr>
      <vt:lpstr>Заголовок слайда + фото</vt:lpstr>
      <vt:lpstr>Заголовок слайда + фото</vt:lpstr>
      <vt:lpstr>Заголовок слайда + фото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Митюнин Никита Вячеслаович</dc:creator>
  <cp:lastModifiedBy>Метлицкий Алексей Александрович</cp:lastModifiedBy>
  <cp:revision>1517</cp:revision>
  <cp:lastPrinted>2023-05-15T13:35:40Z</cp:lastPrinted>
  <dcterms:created xsi:type="dcterms:W3CDTF">2020-07-15T08:39:13Z</dcterms:created>
  <dcterms:modified xsi:type="dcterms:W3CDTF">2024-01-11T08:27:00Z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0x010100F2C032776283D74198961046CF78D145</vt:lpwstr>
  </property>
  <property fmtid="{D5CDD505-2E9C-101B-9397-08002B2CF9AE}" pid="3" name="Dm1">
    <vt:lpwstr>{"CreationContext":{"DomainName":"int.gazprombank.ru","MachineName":"W-MSK00-VDIHSMY","TimeStamp":"\/Date(1675801934098)\/","UserName":"gpbu8571","UserSid":{"Sddl":"S-1-5-21-3989785535-4168274036-2173320020-150016"}},"Guid":"d384ddf9-16ff-4318-91ff-077206</vt:lpwstr>
  </property>
  <property fmtid="{D5CDD505-2E9C-101B-9397-08002B2CF9AE}" pid="4" name="Dm2">
    <vt:lpwstr>35d444","Hash":[218,57,163,238,94,107,75,13,50,85,191,239,149,96,24,144,175,216,7,9],"LastModificationContext":{"DomainName":"int.gazprombank.ru","MachineName":"W-MSK00-VDIHSMY","TimeStamp":"\/Date(1675806303456)\/","UserName":"gpbu8571","UserSid":{"Sddl"</vt:lpwstr>
  </property>
  <property fmtid="{D5CDD505-2E9C-101B-9397-08002B2CF9AE}" pid="5" name="Dm3">
    <vt:lpwstr>:"S-1-5-21-3989785535-4168274036-2173320020-150016"}},"LastModificationPath":"N:\\Users\\Box652\\Общедоступная папка АП\\Шаблон презентации\\Шаблон 3.0\\Шаблон_презентации_2023_(правки АП).pptx","Marker":{"Color":{"knownColor":0,"name":null,"state":0,"val</vt:lpwstr>
  </property>
  <property fmtid="{D5CDD505-2E9C-101B-9397-08002B2CF9AE}" pid="6" name="Dm4">
    <vt:lpwstr>ue":0},"Enabled":true,"Guid":"eee80589-c3bd-47f9-b8b9-cb5f98354da1","Icon":null,"IsShowWindowNotification":false,"Level":0,"Name":"Открытая информация","Options":[{"Application":0,"Options":{"Barcode":null,"Classifier":null,"Encryption":null,"Picture":nul</vt:lpwstr>
  </property>
  <property fmtid="{D5CDD505-2E9C-101B-9397-08002B2CF9AE}" pid="7" name="Dm5">
    <vt:lpwstr>l,"SteganographyRules":null,"Text":{"Style":null,"Text":null}},"Position":0}],"Permission":15},"ParentGuid":"1294f3b1-0405-4d78-b8b9-1de83e9e6cf9"}</vt:lpwstr>
  </property>
  <property fmtid="{D5CDD505-2E9C-101B-9397-08002B2CF9AE}" pid="8" name="Dm6">
    <vt:lpwstr/>
  </property>
</Properties>
</file>