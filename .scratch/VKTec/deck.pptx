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/>
              <a:t>Издержки снизились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00"/>
              <a:t>Меньше ручной работы</a:t>
            </a:r>
          </a:p>
          <a:p>
            <a:pPr/>
            <a:r>
              <a:rPr sz="1200"/>
              <a:t>Быстрее согласование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/>
              <a:t>Поддержка ускорилась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780"/>
              <a:t>Проще подключение</a:t>
            </a:r>
          </a:p>
          <a:p>
            <a:pPr/>
            <a:r>
              <a:rPr sz="780"/>
              <a:t>Ниже нагрузка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/>
              <a:t>Рынок сместился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780"/>
              <a:t>Ниже нагрузка</a:t>
            </a:r>
          </a:p>
          <a:p>
            <a:pPr/>
            <a:r>
              <a:rPr sz="780"/>
              <a:t>Меньше ручной работы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/>
              <a:t>Сроки сократились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200"/>
              <a:t>Быстрее согласование</a:t>
            </a:r>
          </a:p>
          <a:p>
            <a:pPr/>
            <a:r>
              <a:rPr sz="1200"/>
              <a:t>Проще подключение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/>
              <a:t>Отток упал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780"/>
              <a:t>Проще подключение</a:t>
            </a:r>
          </a:p>
          <a:p>
            <a:pPr/>
            <a:r>
              <a:rPr sz="780"/>
              <a:t>Ниже нагрузка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2400"/>
              <a:t>Команда выросла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780"/>
              <a:t>Ниже нагрузка</a:t>
            </a:r>
          </a:p>
          <a:p>
            <a:pPr/>
            <a:r>
              <a:rPr sz="780"/>
              <a:t>Меньше ручной работы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