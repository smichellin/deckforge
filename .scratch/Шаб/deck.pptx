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9"/>
    <p:sldId id="257" r:id="rId10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sz="6000"/>
              <a:t>Отток упал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Проще подключение</a:t>
            </a:r>
          </a:p>
          <a:p>
            <a:pPr/>
            <a:r>
              <a:rPr sz="2000"/>
              <a:t>Ниже нагрузка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/>
              <a:t>Проще подключение</a:t>
            </a:r>
          </a:p>
          <a:p>
            <a:pPr/>
            <a:r>
              <a:rPr sz="2000"/>
              <a:t>Ниже нагрузка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